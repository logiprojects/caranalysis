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2" r:id="rId3"/>
    <p:sldId id="301" r:id="rId4"/>
    <p:sldId id="257" r:id="rId5"/>
    <p:sldId id="259" r:id="rId6"/>
    <p:sldId id="317" r:id="rId7"/>
    <p:sldId id="258" r:id="rId8"/>
    <p:sldId id="260" r:id="rId9"/>
    <p:sldId id="316" r:id="rId10"/>
    <p:sldId id="303" r:id="rId11"/>
    <p:sldId id="269" r:id="rId12"/>
    <p:sldId id="305" r:id="rId13"/>
    <p:sldId id="306" r:id="rId14"/>
    <p:sldId id="307" r:id="rId15"/>
    <p:sldId id="308" r:id="rId16"/>
    <p:sldId id="309" r:id="rId17"/>
    <p:sldId id="270" r:id="rId18"/>
    <p:sldId id="272" r:id="rId19"/>
    <p:sldId id="273" r:id="rId20"/>
    <p:sldId id="274" r:id="rId21"/>
    <p:sldId id="275" r:id="rId22"/>
    <p:sldId id="276" r:id="rId23"/>
    <p:sldId id="279" r:id="rId24"/>
    <p:sldId id="280" r:id="rId25"/>
    <p:sldId id="288" r:id="rId26"/>
    <p:sldId id="286" r:id="rId27"/>
    <p:sldId id="281" r:id="rId28"/>
    <p:sldId id="289" r:id="rId29"/>
    <p:sldId id="282" r:id="rId30"/>
    <p:sldId id="296" r:id="rId31"/>
    <p:sldId id="310" r:id="rId32"/>
    <p:sldId id="283" r:id="rId33"/>
    <p:sldId id="292" r:id="rId34"/>
    <p:sldId id="291" r:id="rId35"/>
    <p:sldId id="297" r:id="rId36"/>
    <p:sldId id="298" r:id="rId37"/>
    <p:sldId id="299" r:id="rId38"/>
    <p:sldId id="300" r:id="rId39"/>
    <p:sldId id="285" r:id="rId40"/>
    <p:sldId id="278" r:id="rId41"/>
    <p:sldId id="311" r:id="rId42"/>
    <p:sldId id="295" r:id="rId43"/>
    <p:sldId id="293" r:id="rId44"/>
    <p:sldId id="294" r:id="rId45"/>
    <p:sldId id="312" r:id="rId4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image" Target="../media/image37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image" Target="../media/image3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image" Target="../media/image47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30.svg"/><Relationship Id="rId1" Type="http://schemas.openxmlformats.org/officeDocument/2006/relationships/image" Target="../media/image31.svg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svg"/><Relationship Id="rId1" Type="http://schemas.openxmlformats.org/officeDocument/2006/relationships/image" Target="../media/image51.svg"/></Relationships>
</file>

<file path=ppt/diagrams/_rels/data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image" Target="../media/image37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image" Target="../media/image3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image" Target="../media/image47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30.svg"/><Relationship Id="rId1" Type="http://schemas.openxmlformats.org/officeDocument/2006/relationships/image" Target="../media/image31.svg"/></Relationships>
</file>

<file path=ppt/diagrams/_rels/drawing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svg"/><Relationship Id="rId1" Type="http://schemas.openxmlformats.org/officeDocument/2006/relationships/image" Target="../media/image51.svg"/></Relationships>
</file>

<file path=ppt/diagrams/_rels/drawing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4C695D-1C2C-4EED-96CD-0405A6B59123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0D9E17-BEAB-4FCE-B52D-60A5D1FB8634}">
      <dgm:prSet/>
      <dgm:spPr/>
      <dgm:t>
        <a:bodyPr/>
        <a:lstStyle/>
        <a:p>
          <a:r>
            <a:rPr lang="en-US"/>
            <a:t>Duplicates</a:t>
          </a:r>
        </a:p>
      </dgm:t>
    </dgm:pt>
    <dgm:pt modelId="{68A62F5C-7454-49AB-85CF-4055949AF5E2}" type="parTrans" cxnId="{C9EABC78-60C7-41F5-8BBD-5995828D4602}">
      <dgm:prSet/>
      <dgm:spPr/>
      <dgm:t>
        <a:bodyPr/>
        <a:lstStyle/>
        <a:p>
          <a:endParaRPr lang="en-US"/>
        </a:p>
      </dgm:t>
    </dgm:pt>
    <dgm:pt modelId="{9A283B2D-24FD-4E4F-BA0F-24E6AD7B6EA2}" type="sibTrans" cxnId="{C9EABC78-60C7-41F5-8BBD-5995828D4602}">
      <dgm:prSet/>
      <dgm:spPr/>
      <dgm:t>
        <a:bodyPr/>
        <a:lstStyle/>
        <a:p>
          <a:endParaRPr lang="en-US"/>
        </a:p>
      </dgm:t>
    </dgm:pt>
    <dgm:pt modelId="{752CD927-D091-4A60-A101-879A09CE2021}">
      <dgm:prSet/>
      <dgm:spPr/>
      <dgm:t>
        <a:bodyPr/>
        <a:lstStyle/>
        <a:p>
          <a:r>
            <a:rPr lang="en-US"/>
            <a:t>Missing Values</a:t>
          </a:r>
        </a:p>
      </dgm:t>
    </dgm:pt>
    <dgm:pt modelId="{6D4024BD-5173-4308-9081-006849A6053B}" type="parTrans" cxnId="{08DD0681-A142-4140-8E33-7E4237EDC54F}">
      <dgm:prSet/>
      <dgm:spPr/>
      <dgm:t>
        <a:bodyPr/>
        <a:lstStyle/>
        <a:p>
          <a:endParaRPr lang="en-US"/>
        </a:p>
      </dgm:t>
    </dgm:pt>
    <dgm:pt modelId="{CEEC467E-6266-4C4E-991D-123074FB020A}" type="sibTrans" cxnId="{08DD0681-A142-4140-8E33-7E4237EDC54F}">
      <dgm:prSet/>
      <dgm:spPr/>
      <dgm:t>
        <a:bodyPr/>
        <a:lstStyle/>
        <a:p>
          <a:endParaRPr lang="en-US"/>
        </a:p>
      </dgm:t>
    </dgm:pt>
    <dgm:pt modelId="{6B81D521-A1E5-4F10-B765-3A839AE70446}">
      <dgm:prSet/>
      <dgm:spPr/>
      <dgm:t>
        <a:bodyPr/>
        <a:lstStyle/>
        <a:p>
          <a:r>
            <a:rPr lang="en-US"/>
            <a:t>Fill with mean for numeric values and mode for categorical (where applicable)</a:t>
          </a:r>
        </a:p>
      </dgm:t>
    </dgm:pt>
    <dgm:pt modelId="{737BBE7B-2274-449C-9032-269C0BD25F69}" type="parTrans" cxnId="{1A80AFBF-5D56-48A2-B8BD-71CD8DBD4EF7}">
      <dgm:prSet/>
      <dgm:spPr/>
      <dgm:t>
        <a:bodyPr/>
        <a:lstStyle/>
        <a:p>
          <a:endParaRPr lang="en-US"/>
        </a:p>
      </dgm:t>
    </dgm:pt>
    <dgm:pt modelId="{6F766A2E-4692-492A-98A0-13CC91DC99F1}" type="sibTrans" cxnId="{1A80AFBF-5D56-48A2-B8BD-71CD8DBD4EF7}">
      <dgm:prSet/>
      <dgm:spPr/>
      <dgm:t>
        <a:bodyPr/>
        <a:lstStyle/>
        <a:p>
          <a:endParaRPr lang="en-US"/>
        </a:p>
      </dgm:t>
    </dgm:pt>
    <dgm:pt modelId="{8F9B137E-76F3-4F12-8C9C-5E0601B6DFD8}">
      <dgm:prSet/>
      <dgm:spPr/>
      <dgm:t>
        <a:bodyPr/>
        <a:lstStyle/>
        <a:p>
          <a:r>
            <a:rPr lang="en-US"/>
            <a:t>Impossible values</a:t>
          </a:r>
        </a:p>
      </dgm:t>
    </dgm:pt>
    <dgm:pt modelId="{780DD0ED-BE8C-493A-8275-08C2C403478D}" type="parTrans" cxnId="{2BC6A9B0-5CE5-41D5-A56B-68222956EEDF}">
      <dgm:prSet/>
      <dgm:spPr/>
      <dgm:t>
        <a:bodyPr/>
        <a:lstStyle/>
        <a:p>
          <a:endParaRPr lang="en-US"/>
        </a:p>
      </dgm:t>
    </dgm:pt>
    <dgm:pt modelId="{0B5C6C9D-9D1F-4807-8136-B809B363606C}" type="sibTrans" cxnId="{2BC6A9B0-5CE5-41D5-A56B-68222956EEDF}">
      <dgm:prSet/>
      <dgm:spPr/>
      <dgm:t>
        <a:bodyPr/>
        <a:lstStyle/>
        <a:p>
          <a:endParaRPr lang="en-US"/>
        </a:p>
      </dgm:t>
    </dgm:pt>
    <dgm:pt modelId="{E92C532A-3459-4567-8407-71FBE30D12D2}">
      <dgm:prSet/>
      <dgm:spPr/>
      <dgm:t>
        <a:bodyPr/>
        <a:lstStyle/>
        <a:p>
          <a:r>
            <a:rPr lang="en-US"/>
            <a:t>E.g. Negative prices</a:t>
          </a:r>
        </a:p>
      </dgm:t>
    </dgm:pt>
    <dgm:pt modelId="{555512A5-9CB5-41C4-B541-8BF12A9E6108}" type="parTrans" cxnId="{820A109F-339A-4D8F-8882-C2963AF1CD8D}">
      <dgm:prSet/>
      <dgm:spPr/>
      <dgm:t>
        <a:bodyPr/>
        <a:lstStyle/>
        <a:p>
          <a:endParaRPr lang="en-US"/>
        </a:p>
      </dgm:t>
    </dgm:pt>
    <dgm:pt modelId="{C016A50C-B8AD-442C-862E-D47100979EFB}" type="sibTrans" cxnId="{820A109F-339A-4D8F-8882-C2963AF1CD8D}">
      <dgm:prSet/>
      <dgm:spPr/>
      <dgm:t>
        <a:bodyPr/>
        <a:lstStyle/>
        <a:p>
          <a:endParaRPr lang="en-US"/>
        </a:p>
      </dgm:t>
    </dgm:pt>
    <dgm:pt modelId="{E6438761-A77B-48CF-80CA-18688ED3CB37}">
      <dgm:prSet/>
      <dgm:spPr/>
      <dgm:t>
        <a:bodyPr/>
        <a:lstStyle/>
        <a:p>
          <a:r>
            <a:rPr lang="en-US"/>
            <a:t>Typos</a:t>
          </a:r>
        </a:p>
      </dgm:t>
    </dgm:pt>
    <dgm:pt modelId="{4C3DD292-51A7-45D3-B6C0-49E0EBABFD00}" type="parTrans" cxnId="{C15CAA18-B738-4EF6-9CB6-790830BC5EDA}">
      <dgm:prSet/>
      <dgm:spPr/>
      <dgm:t>
        <a:bodyPr/>
        <a:lstStyle/>
        <a:p>
          <a:endParaRPr lang="en-US"/>
        </a:p>
      </dgm:t>
    </dgm:pt>
    <dgm:pt modelId="{580A8405-04D5-435F-BF3B-63E68FEB0AE8}" type="sibTrans" cxnId="{C15CAA18-B738-4EF6-9CB6-790830BC5EDA}">
      <dgm:prSet/>
      <dgm:spPr/>
      <dgm:t>
        <a:bodyPr/>
        <a:lstStyle/>
        <a:p>
          <a:endParaRPr lang="en-US"/>
        </a:p>
      </dgm:t>
    </dgm:pt>
    <dgm:pt modelId="{5AD9E8ED-A6E4-40D6-9FC8-34FF0CD4ADF1}">
      <dgm:prSet/>
      <dgm:spPr/>
      <dgm:t>
        <a:bodyPr/>
        <a:lstStyle/>
        <a:p>
          <a:r>
            <a:rPr lang="en-US"/>
            <a:t>AllCaps Company names</a:t>
          </a:r>
        </a:p>
      </dgm:t>
    </dgm:pt>
    <dgm:pt modelId="{EB7B4729-398D-4280-A60F-ED015B427996}" type="parTrans" cxnId="{5365BECD-5B2E-4D03-927E-843B5E9477F1}">
      <dgm:prSet/>
      <dgm:spPr/>
      <dgm:t>
        <a:bodyPr/>
        <a:lstStyle/>
        <a:p>
          <a:endParaRPr lang="en-US"/>
        </a:p>
      </dgm:t>
    </dgm:pt>
    <dgm:pt modelId="{F30FBE63-EEE8-4B30-82DB-9CACDC35F73E}" type="sibTrans" cxnId="{5365BECD-5B2E-4D03-927E-843B5E9477F1}">
      <dgm:prSet/>
      <dgm:spPr/>
      <dgm:t>
        <a:bodyPr/>
        <a:lstStyle/>
        <a:p>
          <a:endParaRPr lang="en-US"/>
        </a:p>
      </dgm:t>
    </dgm:pt>
    <dgm:pt modelId="{231A6497-B250-41F8-87AA-5F83D6D530F5}">
      <dgm:prSet/>
      <dgm:spPr/>
      <dgm:t>
        <a:bodyPr/>
        <a:lstStyle/>
        <a:p>
          <a:r>
            <a:rPr lang="en-US"/>
            <a:t>“plug in hyrbrid” -&gt; “Hybrid”</a:t>
          </a:r>
        </a:p>
      </dgm:t>
    </dgm:pt>
    <dgm:pt modelId="{FB37C852-E4EC-40BC-80B3-3C71203FEF13}" type="parTrans" cxnId="{D4623E39-F1F3-4922-AF51-06120595A302}">
      <dgm:prSet/>
      <dgm:spPr/>
      <dgm:t>
        <a:bodyPr/>
        <a:lstStyle/>
        <a:p>
          <a:endParaRPr lang="en-US"/>
        </a:p>
      </dgm:t>
    </dgm:pt>
    <dgm:pt modelId="{137A80CF-74DB-4BEF-99CC-25A0163D05AC}" type="sibTrans" cxnId="{D4623E39-F1F3-4922-AF51-06120595A302}">
      <dgm:prSet/>
      <dgm:spPr/>
      <dgm:t>
        <a:bodyPr/>
        <a:lstStyle/>
        <a:p>
          <a:endParaRPr lang="en-US"/>
        </a:p>
      </dgm:t>
    </dgm:pt>
    <dgm:pt modelId="{C5C57846-3F05-4F9A-8BDE-CDAAEAD8B33A}" type="pres">
      <dgm:prSet presAssocID="{324C695D-1C2C-4EED-96CD-0405A6B5912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7BAB63-124F-44E1-A13B-B0C18CF3C5C4}" type="pres">
      <dgm:prSet presAssocID="{F10D9E17-BEAB-4FCE-B52D-60A5D1FB8634}" presName="root" presStyleCnt="0"/>
      <dgm:spPr/>
    </dgm:pt>
    <dgm:pt modelId="{9ADC79EB-7549-422E-BDFC-27A4BF4B3387}" type="pres">
      <dgm:prSet presAssocID="{F10D9E17-BEAB-4FCE-B52D-60A5D1FB8634}" presName="rootComposite" presStyleCnt="0"/>
      <dgm:spPr/>
    </dgm:pt>
    <dgm:pt modelId="{6EE43D77-DFD8-46CF-B8AD-83BD7D96A485}" type="pres">
      <dgm:prSet presAssocID="{F10D9E17-BEAB-4FCE-B52D-60A5D1FB8634}" presName="rootText" presStyleLbl="node1" presStyleIdx="0" presStyleCnt="4"/>
      <dgm:spPr/>
    </dgm:pt>
    <dgm:pt modelId="{A2C55A5C-CED8-49C2-82C7-D4850669E0FB}" type="pres">
      <dgm:prSet presAssocID="{F10D9E17-BEAB-4FCE-B52D-60A5D1FB8634}" presName="rootConnector" presStyleLbl="node1" presStyleIdx="0" presStyleCnt="4"/>
      <dgm:spPr/>
    </dgm:pt>
    <dgm:pt modelId="{2ED66775-E733-4A14-9DAB-E108F90147F1}" type="pres">
      <dgm:prSet presAssocID="{F10D9E17-BEAB-4FCE-B52D-60A5D1FB8634}" presName="childShape" presStyleCnt="0"/>
      <dgm:spPr/>
    </dgm:pt>
    <dgm:pt modelId="{3BE7672A-CAFC-4502-A25C-684C4FC64F3A}" type="pres">
      <dgm:prSet presAssocID="{752CD927-D091-4A60-A101-879A09CE2021}" presName="root" presStyleCnt="0"/>
      <dgm:spPr/>
    </dgm:pt>
    <dgm:pt modelId="{C08731F3-7ABD-4A44-9633-3DB1C159499C}" type="pres">
      <dgm:prSet presAssocID="{752CD927-D091-4A60-A101-879A09CE2021}" presName="rootComposite" presStyleCnt="0"/>
      <dgm:spPr/>
    </dgm:pt>
    <dgm:pt modelId="{DC55D34D-AD5E-4934-82A8-39CAD80B53A0}" type="pres">
      <dgm:prSet presAssocID="{752CD927-D091-4A60-A101-879A09CE2021}" presName="rootText" presStyleLbl="node1" presStyleIdx="1" presStyleCnt="4"/>
      <dgm:spPr/>
    </dgm:pt>
    <dgm:pt modelId="{6E7E87AA-F64E-49AC-8D6B-CB886F61ED34}" type="pres">
      <dgm:prSet presAssocID="{752CD927-D091-4A60-A101-879A09CE2021}" presName="rootConnector" presStyleLbl="node1" presStyleIdx="1" presStyleCnt="4"/>
      <dgm:spPr/>
    </dgm:pt>
    <dgm:pt modelId="{4611C454-A576-4969-99DC-2CBC272038D0}" type="pres">
      <dgm:prSet presAssocID="{752CD927-D091-4A60-A101-879A09CE2021}" presName="childShape" presStyleCnt="0"/>
      <dgm:spPr/>
    </dgm:pt>
    <dgm:pt modelId="{C4A65E48-F9B5-4962-9949-1DB622D21A93}" type="pres">
      <dgm:prSet presAssocID="{737BBE7B-2274-449C-9032-269C0BD25F69}" presName="Name13" presStyleLbl="parChTrans1D2" presStyleIdx="0" presStyleCnt="4"/>
      <dgm:spPr/>
    </dgm:pt>
    <dgm:pt modelId="{79AA891D-6E23-4920-9AE7-6D2369B0C430}" type="pres">
      <dgm:prSet presAssocID="{6B81D521-A1E5-4F10-B765-3A839AE70446}" presName="childText" presStyleLbl="bgAcc1" presStyleIdx="0" presStyleCnt="4">
        <dgm:presLayoutVars>
          <dgm:bulletEnabled val="1"/>
        </dgm:presLayoutVars>
      </dgm:prSet>
      <dgm:spPr/>
    </dgm:pt>
    <dgm:pt modelId="{930D189B-778C-4F83-A82D-84F5FB3B33B6}" type="pres">
      <dgm:prSet presAssocID="{8F9B137E-76F3-4F12-8C9C-5E0601B6DFD8}" presName="root" presStyleCnt="0"/>
      <dgm:spPr/>
    </dgm:pt>
    <dgm:pt modelId="{B25334B5-D7DE-49F6-8A0C-360CC6637E10}" type="pres">
      <dgm:prSet presAssocID="{8F9B137E-76F3-4F12-8C9C-5E0601B6DFD8}" presName="rootComposite" presStyleCnt="0"/>
      <dgm:spPr/>
    </dgm:pt>
    <dgm:pt modelId="{6A2D8340-EFB2-4E51-87E7-B0BD7A9D8E2A}" type="pres">
      <dgm:prSet presAssocID="{8F9B137E-76F3-4F12-8C9C-5E0601B6DFD8}" presName="rootText" presStyleLbl="node1" presStyleIdx="2" presStyleCnt="4"/>
      <dgm:spPr/>
    </dgm:pt>
    <dgm:pt modelId="{A4879107-CF3D-4498-B2A8-22D915A2ED06}" type="pres">
      <dgm:prSet presAssocID="{8F9B137E-76F3-4F12-8C9C-5E0601B6DFD8}" presName="rootConnector" presStyleLbl="node1" presStyleIdx="2" presStyleCnt="4"/>
      <dgm:spPr/>
    </dgm:pt>
    <dgm:pt modelId="{928C9FD4-9C13-49B2-9E10-48BA7C7BD435}" type="pres">
      <dgm:prSet presAssocID="{8F9B137E-76F3-4F12-8C9C-5E0601B6DFD8}" presName="childShape" presStyleCnt="0"/>
      <dgm:spPr/>
    </dgm:pt>
    <dgm:pt modelId="{E8BC732A-2E1C-45BA-92C8-13631A198682}" type="pres">
      <dgm:prSet presAssocID="{555512A5-9CB5-41C4-B541-8BF12A9E6108}" presName="Name13" presStyleLbl="parChTrans1D2" presStyleIdx="1" presStyleCnt="4"/>
      <dgm:spPr/>
    </dgm:pt>
    <dgm:pt modelId="{FA3128A6-B8BA-45BF-B4D7-5B44504C3599}" type="pres">
      <dgm:prSet presAssocID="{E92C532A-3459-4567-8407-71FBE30D12D2}" presName="childText" presStyleLbl="bgAcc1" presStyleIdx="1" presStyleCnt="4">
        <dgm:presLayoutVars>
          <dgm:bulletEnabled val="1"/>
        </dgm:presLayoutVars>
      </dgm:prSet>
      <dgm:spPr/>
    </dgm:pt>
    <dgm:pt modelId="{CED9129A-8D2F-4792-820F-FDF934DE98AF}" type="pres">
      <dgm:prSet presAssocID="{E6438761-A77B-48CF-80CA-18688ED3CB37}" presName="root" presStyleCnt="0"/>
      <dgm:spPr/>
    </dgm:pt>
    <dgm:pt modelId="{633D8046-5A54-49E6-9585-92909B560F34}" type="pres">
      <dgm:prSet presAssocID="{E6438761-A77B-48CF-80CA-18688ED3CB37}" presName="rootComposite" presStyleCnt="0"/>
      <dgm:spPr/>
    </dgm:pt>
    <dgm:pt modelId="{57EFAD55-D8D4-40FC-9E94-EA5C6BF25407}" type="pres">
      <dgm:prSet presAssocID="{E6438761-A77B-48CF-80CA-18688ED3CB37}" presName="rootText" presStyleLbl="node1" presStyleIdx="3" presStyleCnt="4"/>
      <dgm:spPr/>
    </dgm:pt>
    <dgm:pt modelId="{AFD099BF-2B80-4B6D-A530-0B7FBEC35AF8}" type="pres">
      <dgm:prSet presAssocID="{E6438761-A77B-48CF-80CA-18688ED3CB37}" presName="rootConnector" presStyleLbl="node1" presStyleIdx="3" presStyleCnt="4"/>
      <dgm:spPr/>
    </dgm:pt>
    <dgm:pt modelId="{51719F34-0B9B-4072-815B-F98B31C12E4E}" type="pres">
      <dgm:prSet presAssocID="{E6438761-A77B-48CF-80CA-18688ED3CB37}" presName="childShape" presStyleCnt="0"/>
      <dgm:spPr/>
    </dgm:pt>
    <dgm:pt modelId="{7EC3F246-4BEA-4899-9F20-0B592AEC5137}" type="pres">
      <dgm:prSet presAssocID="{EB7B4729-398D-4280-A60F-ED015B427996}" presName="Name13" presStyleLbl="parChTrans1D2" presStyleIdx="2" presStyleCnt="4"/>
      <dgm:spPr/>
    </dgm:pt>
    <dgm:pt modelId="{95FC273F-9705-4ED9-A9CA-8CA8BCCF5AF9}" type="pres">
      <dgm:prSet presAssocID="{5AD9E8ED-A6E4-40D6-9FC8-34FF0CD4ADF1}" presName="childText" presStyleLbl="bgAcc1" presStyleIdx="2" presStyleCnt="4">
        <dgm:presLayoutVars>
          <dgm:bulletEnabled val="1"/>
        </dgm:presLayoutVars>
      </dgm:prSet>
      <dgm:spPr/>
    </dgm:pt>
    <dgm:pt modelId="{4B5A5A49-0A73-45F8-9037-1230A0E2B40F}" type="pres">
      <dgm:prSet presAssocID="{FB37C852-E4EC-40BC-80B3-3C71203FEF13}" presName="Name13" presStyleLbl="parChTrans1D2" presStyleIdx="3" presStyleCnt="4"/>
      <dgm:spPr/>
    </dgm:pt>
    <dgm:pt modelId="{E9CC1E25-3FD3-4002-8EBC-89061B7D409F}" type="pres">
      <dgm:prSet presAssocID="{231A6497-B250-41F8-87AA-5F83D6D530F5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4CAE8001-5FF9-45EB-B1F3-AE98A4BBA42D}" type="presOf" srcId="{737BBE7B-2274-449C-9032-269C0BD25F69}" destId="{C4A65E48-F9B5-4962-9949-1DB622D21A93}" srcOrd="0" destOrd="0" presId="urn:microsoft.com/office/officeart/2005/8/layout/hierarchy3"/>
    <dgm:cxn modelId="{33FC0305-8DB7-469B-AF75-A25FC7BA0636}" type="presOf" srcId="{752CD927-D091-4A60-A101-879A09CE2021}" destId="{DC55D34D-AD5E-4934-82A8-39CAD80B53A0}" srcOrd="0" destOrd="0" presId="urn:microsoft.com/office/officeart/2005/8/layout/hierarchy3"/>
    <dgm:cxn modelId="{45424806-55ED-4A49-8562-C50FBFEC8E55}" type="presOf" srcId="{8F9B137E-76F3-4F12-8C9C-5E0601B6DFD8}" destId="{A4879107-CF3D-4498-B2A8-22D915A2ED06}" srcOrd="1" destOrd="0" presId="urn:microsoft.com/office/officeart/2005/8/layout/hierarchy3"/>
    <dgm:cxn modelId="{7FB29109-83E8-456E-BD0D-4FEF4403F71C}" type="presOf" srcId="{E92C532A-3459-4567-8407-71FBE30D12D2}" destId="{FA3128A6-B8BA-45BF-B4D7-5B44504C3599}" srcOrd="0" destOrd="0" presId="urn:microsoft.com/office/officeart/2005/8/layout/hierarchy3"/>
    <dgm:cxn modelId="{3A52B512-CFF6-49C0-9A7E-913379C605A2}" type="presOf" srcId="{6B81D521-A1E5-4F10-B765-3A839AE70446}" destId="{79AA891D-6E23-4920-9AE7-6D2369B0C430}" srcOrd="0" destOrd="0" presId="urn:microsoft.com/office/officeart/2005/8/layout/hierarchy3"/>
    <dgm:cxn modelId="{8BF1E514-DE5D-4E21-A67A-F15F993B6183}" type="presOf" srcId="{F10D9E17-BEAB-4FCE-B52D-60A5D1FB8634}" destId="{6EE43D77-DFD8-46CF-B8AD-83BD7D96A485}" srcOrd="0" destOrd="0" presId="urn:microsoft.com/office/officeart/2005/8/layout/hierarchy3"/>
    <dgm:cxn modelId="{C15CAA18-B738-4EF6-9CB6-790830BC5EDA}" srcId="{324C695D-1C2C-4EED-96CD-0405A6B59123}" destId="{E6438761-A77B-48CF-80CA-18688ED3CB37}" srcOrd="3" destOrd="0" parTransId="{4C3DD292-51A7-45D3-B6C0-49E0EBABFD00}" sibTransId="{580A8405-04D5-435F-BF3B-63E68FEB0AE8}"/>
    <dgm:cxn modelId="{DD098228-66FD-4131-94BC-5FE06C943744}" type="presOf" srcId="{8F9B137E-76F3-4F12-8C9C-5E0601B6DFD8}" destId="{6A2D8340-EFB2-4E51-87E7-B0BD7A9D8E2A}" srcOrd="0" destOrd="0" presId="urn:microsoft.com/office/officeart/2005/8/layout/hierarchy3"/>
    <dgm:cxn modelId="{3EE10E30-4C86-4DA0-8942-35810B58CD44}" type="presOf" srcId="{E6438761-A77B-48CF-80CA-18688ED3CB37}" destId="{AFD099BF-2B80-4B6D-A530-0B7FBEC35AF8}" srcOrd="1" destOrd="0" presId="urn:microsoft.com/office/officeart/2005/8/layout/hierarchy3"/>
    <dgm:cxn modelId="{ED48B532-CCEC-4C2C-A5CB-07C07A321D1C}" type="presOf" srcId="{FB37C852-E4EC-40BC-80B3-3C71203FEF13}" destId="{4B5A5A49-0A73-45F8-9037-1230A0E2B40F}" srcOrd="0" destOrd="0" presId="urn:microsoft.com/office/officeart/2005/8/layout/hierarchy3"/>
    <dgm:cxn modelId="{D4623E39-F1F3-4922-AF51-06120595A302}" srcId="{E6438761-A77B-48CF-80CA-18688ED3CB37}" destId="{231A6497-B250-41F8-87AA-5F83D6D530F5}" srcOrd="1" destOrd="0" parTransId="{FB37C852-E4EC-40BC-80B3-3C71203FEF13}" sibTransId="{137A80CF-74DB-4BEF-99CC-25A0163D05AC}"/>
    <dgm:cxn modelId="{C9EABC78-60C7-41F5-8BBD-5995828D4602}" srcId="{324C695D-1C2C-4EED-96CD-0405A6B59123}" destId="{F10D9E17-BEAB-4FCE-B52D-60A5D1FB8634}" srcOrd="0" destOrd="0" parTransId="{68A62F5C-7454-49AB-85CF-4055949AF5E2}" sibTransId="{9A283B2D-24FD-4E4F-BA0F-24E6AD7B6EA2}"/>
    <dgm:cxn modelId="{08DD0681-A142-4140-8E33-7E4237EDC54F}" srcId="{324C695D-1C2C-4EED-96CD-0405A6B59123}" destId="{752CD927-D091-4A60-A101-879A09CE2021}" srcOrd="1" destOrd="0" parTransId="{6D4024BD-5173-4308-9081-006849A6053B}" sibTransId="{CEEC467E-6266-4C4E-991D-123074FB020A}"/>
    <dgm:cxn modelId="{0A6C4294-D79E-4820-9473-9979FEEC7A04}" type="presOf" srcId="{E6438761-A77B-48CF-80CA-18688ED3CB37}" destId="{57EFAD55-D8D4-40FC-9E94-EA5C6BF25407}" srcOrd="0" destOrd="0" presId="urn:microsoft.com/office/officeart/2005/8/layout/hierarchy3"/>
    <dgm:cxn modelId="{820A109F-339A-4D8F-8882-C2963AF1CD8D}" srcId="{8F9B137E-76F3-4F12-8C9C-5E0601B6DFD8}" destId="{E92C532A-3459-4567-8407-71FBE30D12D2}" srcOrd="0" destOrd="0" parTransId="{555512A5-9CB5-41C4-B541-8BF12A9E6108}" sibTransId="{C016A50C-B8AD-442C-862E-D47100979EFB}"/>
    <dgm:cxn modelId="{32AE8FA5-B368-4448-BDE0-92913FBC6D73}" type="presOf" srcId="{EB7B4729-398D-4280-A60F-ED015B427996}" destId="{7EC3F246-4BEA-4899-9F20-0B592AEC5137}" srcOrd="0" destOrd="0" presId="urn:microsoft.com/office/officeart/2005/8/layout/hierarchy3"/>
    <dgm:cxn modelId="{CC714EA6-2EC3-4B21-A9A6-E59D7E92B4A9}" type="presOf" srcId="{231A6497-B250-41F8-87AA-5F83D6D530F5}" destId="{E9CC1E25-3FD3-4002-8EBC-89061B7D409F}" srcOrd="0" destOrd="0" presId="urn:microsoft.com/office/officeart/2005/8/layout/hierarchy3"/>
    <dgm:cxn modelId="{2B2B38AF-D617-4B2B-A6E8-939DC1E6C15F}" type="presOf" srcId="{324C695D-1C2C-4EED-96CD-0405A6B59123}" destId="{C5C57846-3F05-4F9A-8BDE-CDAAEAD8B33A}" srcOrd="0" destOrd="0" presId="urn:microsoft.com/office/officeart/2005/8/layout/hierarchy3"/>
    <dgm:cxn modelId="{2BC6A9B0-5CE5-41D5-A56B-68222956EEDF}" srcId="{324C695D-1C2C-4EED-96CD-0405A6B59123}" destId="{8F9B137E-76F3-4F12-8C9C-5E0601B6DFD8}" srcOrd="2" destOrd="0" parTransId="{780DD0ED-BE8C-493A-8275-08C2C403478D}" sibTransId="{0B5C6C9D-9D1F-4807-8136-B809B363606C}"/>
    <dgm:cxn modelId="{1A80AFBF-5D56-48A2-B8BD-71CD8DBD4EF7}" srcId="{752CD927-D091-4A60-A101-879A09CE2021}" destId="{6B81D521-A1E5-4F10-B765-3A839AE70446}" srcOrd="0" destOrd="0" parTransId="{737BBE7B-2274-449C-9032-269C0BD25F69}" sibTransId="{6F766A2E-4692-492A-98A0-13CC91DC99F1}"/>
    <dgm:cxn modelId="{E65F63C0-7B61-41E6-8527-72CA65ACE342}" type="presOf" srcId="{752CD927-D091-4A60-A101-879A09CE2021}" destId="{6E7E87AA-F64E-49AC-8D6B-CB886F61ED34}" srcOrd="1" destOrd="0" presId="urn:microsoft.com/office/officeart/2005/8/layout/hierarchy3"/>
    <dgm:cxn modelId="{5365BECD-5B2E-4D03-927E-843B5E9477F1}" srcId="{E6438761-A77B-48CF-80CA-18688ED3CB37}" destId="{5AD9E8ED-A6E4-40D6-9FC8-34FF0CD4ADF1}" srcOrd="0" destOrd="0" parTransId="{EB7B4729-398D-4280-A60F-ED015B427996}" sibTransId="{F30FBE63-EEE8-4B30-82DB-9CACDC35F73E}"/>
    <dgm:cxn modelId="{67FF65D7-EB89-489B-983A-30CCA8EDA2DE}" type="presOf" srcId="{F10D9E17-BEAB-4FCE-B52D-60A5D1FB8634}" destId="{A2C55A5C-CED8-49C2-82C7-D4850669E0FB}" srcOrd="1" destOrd="0" presId="urn:microsoft.com/office/officeart/2005/8/layout/hierarchy3"/>
    <dgm:cxn modelId="{9450D9DC-A721-4134-9CBA-861D436B2B5E}" type="presOf" srcId="{555512A5-9CB5-41C4-B541-8BF12A9E6108}" destId="{E8BC732A-2E1C-45BA-92C8-13631A198682}" srcOrd="0" destOrd="0" presId="urn:microsoft.com/office/officeart/2005/8/layout/hierarchy3"/>
    <dgm:cxn modelId="{18B9FAED-7B47-4FF9-952C-8C41D81703B5}" type="presOf" srcId="{5AD9E8ED-A6E4-40D6-9FC8-34FF0CD4ADF1}" destId="{95FC273F-9705-4ED9-A9CA-8CA8BCCF5AF9}" srcOrd="0" destOrd="0" presId="urn:microsoft.com/office/officeart/2005/8/layout/hierarchy3"/>
    <dgm:cxn modelId="{588BF80A-58C4-4917-9C2F-7EE11087C898}" type="presParOf" srcId="{C5C57846-3F05-4F9A-8BDE-CDAAEAD8B33A}" destId="{F27BAB63-124F-44E1-A13B-B0C18CF3C5C4}" srcOrd="0" destOrd="0" presId="urn:microsoft.com/office/officeart/2005/8/layout/hierarchy3"/>
    <dgm:cxn modelId="{873953A8-ED7B-481B-A015-4B4FD7115E50}" type="presParOf" srcId="{F27BAB63-124F-44E1-A13B-B0C18CF3C5C4}" destId="{9ADC79EB-7549-422E-BDFC-27A4BF4B3387}" srcOrd="0" destOrd="0" presId="urn:microsoft.com/office/officeart/2005/8/layout/hierarchy3"/>
    <dgm:cxn modelId="{CEDD61D0-8ECD-4054-A733-7A80234DB76E}" type="presParOf" srcId="{9ADC79EB-7549-422E-BDFC-27A4BF4B3387}" destId="{6EE43D77-DFD8-46CF-B8AD-83BD7D96A485}" srcOrd="0" destOrd="0" presId="urn:microsoft.com/office/officeart/2005/8/layout/hierarchy3"/>
    <dgm:cxn modelId="{982AC624-5ED2-4F59-B0AB-032FE99D2EA3}" type="presParOf" srcId="{9ADC79EB-7549-422E-BDFC-27A4BF4B3387}" destId="{A2C55A5C-CED8-49C2-82C7-D4850669E0FB}" srcOrd="1" destOrd="0" presId="urn:microsoft.com/office/officeart/2005/8/layout/hierarchy3"/>
    <dgm:cxn modelId="{87BCB8BA-1AE9-4F27-A293-0C4FBD5CFBC9}" type="presParOf" srcId="{F27BAB63-124F-44E1-A13B-B0C18CF3C5C4}" destId="{2ED66775-E733-4A14-9DAB-E108F90147F1}" srcOrd="1" destOrd="0" presId="urn:microsoft.com/office/officeart/2005/8/layout/hierarchy3"/>
    <dgm:cxn modelId="{C317819E-CE2E-4D07-B1CF-F91914500703}" type="presParOf" srcId="{C5C57846-3F05-4F9A-8BDE-CDAAEAD8B33A}" destId="{3BE7672A-CAFC-4502-A25C-684C4FC64F3A}" srcOrd="1" destOrd="0" presId="urn:microsoft.com/office/officeart/2005/8/layout/hierarchy3"/>
    <dgm:cxn modelId="{ECE34C40-D30F-4C04-96CC-9FDE842F2B96}" type="presParOf" srcId="{3BE7672A-CAFC-4502-A25C-684C4FC64F3A}" destId="{C08731F3-7ABD-4A44-9633-3DB1C159499C}" srcOrd="0" destOrd="0" presId="urn:microsoft.com/office/officeart/2005/8/layout/hierarchy3"/>
    <dgm:cxn modelId="{B9268359-4A73-4853-BF48-24607472802D}" type="presParOf" srcId="{C08731F3-7ABD-4A44-9633-3DB1C159499C}" destId="{DC55D34D-AD5E-4934-82A8-39CAD80B53A0}" srcOrd="0" destOrd="0" presId="urn:microsoft.com/office/officeart/2005/8/layout/hierarchy3"/>
    <dgm:cxn modelId="{5865C130-199F-4FD6-BB0D-46CBA4937445}" type="presParOf" srcId="{C08731F3-7ABD-4A44-9633-3DB1C159499C}" destId="{6E7E87AA-F64E-49AC-8D6B-CB886F61ED34}" srcOrd="1" destOrd="0" presId="urn:microsoft.com/office/officeart/2005/8/layout/hierarchy3"/>
    <dgm:cxn modelId="{338A49DB-56BF-4446-A9B3-3707AD474E26}" type="presParOf" srcId="{3BE7672A-CAFC-4502-A25C-684C4FC64F3A}" destId="{4611C454-A576-4969-99DC-2CBC272038D0}" srcOrd="1" destOrd="0" presId="urn:microsoft.com/office/officeart/2005/8/layout/hierarchy3"/>
    <dgm:cxn modelId="{DEE21191-0A1C-4E58-A729-A327B8E76DD2}" type="presParOf" srcId="{4611C454-A576-4969-99DC-2CBC272038D0}" destId="{C4A65E48-F9B5-4962-9949-1DB622D21A93}" srcOrd="0" destOrd="0" presId="urn:microsoft.com/office/officeart/2005/8/layout/hierarchy3"/>
    <dgm:cxn modelId="{B2BB7B48-A77C-4466-B86F-1D03F35CD9D6}" type="presParOf" srcId="{4611C454-A576-4969-99DC-2CBC272038D0}" destId="{79AA891D-6E23-4920-9AE7-6D2369B0C430}" srcOrd="1" destOrd="0" presId="urn:microsoft.com/office/officeart/2005/8/layout/hierarchy3"/>
    <dgm:cxn modelId="{017EEAE6-7D5B-4D83-874D-3565DAD1E183}" type="presParOf" srcId="{C5C57846-3F05-4F9A-8BDE-CDAAEAD8B33A}" destId="{930D189B-778C-4F83-A82D-84F5FB3B33B6}" srcOrd="2" destOrd="0" presId="urn:microsoft.com/office/officeart/2005/8/layout/hierarchy3"/>
    <dgm:cxn modelId="{461B694D-E90A-411E-A631-A99C68999423}" type="presParOf" srcId="{930D189B-778C-4F83-A82D-84F5FB3B33B6}" destId="{B25334B5-D7DE-49F6-8A0C-360CC6637E10}" srcOrd="0" destOrd="0" presId="urn:microsoft.com/office/officeart/2005/8/layout/hierarchy3"/>
    <dgm:cxn modelId="{386C3931-DD22-4146-820D-13E8A7581959}" type="presParOf" srcId="{B25334B5-D7DE-49F6-8A0C-360CC6637E10}" destId="{6A2D8340-EFB2-4E51-87E7-B0BD7A9D8E2A}" srcOrd="0" destOrd="0" presId="urn:microsoft.com/office/officeart/2005/8/layout/hierarchy3"/>
    <dgm:cxn modelId="{79E6D153-BBB5-4EA5-9A75-BBD50983AF1F}" type="presParOf" srcId="{B25334B5-D7DE-49F6-8A0C-360CC6637E10}" destId="{A4879107-CF3D-4498-B2A8-22D915A2ED06}" srcOrd="1" destOrd="0" presId="urn:microsoft.com/office/officeart/2005/8/layout/hierarchy3"/>
    <dgm:cxn modelId="{E59A7764-C32B-41C2-BE3E-020EA7BA4ABC}" type="presParOf" srcId="{930D189B-778C-4F83-A82D-84F5FB3B33B6}" destId="{928C9FD4-9C13-49B2-9E10-48BA7C7BD435}" srcOrd="1" destOrd="0" presId="urn:microsoft.com/office/officeart/2005/8/layout/hierarchy3"/>
    <dgm:cxn modelId="{98D006F5-E3DF-45E2-B2A5-360D877C33DD}" type="presParOf" srcId="{928C9FD4-9C13-49B2-9E10-48BA7C7BD435}" destId="{E8BC732A-2E1C-45BA-92C8-13631A198682}" srcOrd="0" destOrd="0" presId="urn:microsoft.com/office/officeart/2005/8/layout/hierarchy3"/>
    <dgm:cxn modelId="{63FA222C-D864-446E-BA5C-1837CE4E33CF}" type="presParOf" srcId="{928C9FD4-9C13-49B2-9E10-48BA7C7BD435}" destId="{FA3128A6-B8BA-45BF-B4D7-5B44504C3599}" srcOrd="1" destOrd="0" presId="urn:microsoft.com/office/officeart/2005/8/layout/hierarchy3"/>
    <dgm:cxn modelId="{2D19C8FC-280D-4991-BFAB-71EAC46F5B5F}" type="presParOf" srcId="{C5C57846-3F05-4F9A-8BDE-CDAAEAD8B33A}" destId="{CED9129A-8D2F-4792-820F-FDF934DE98AF}" srcOrd="3" destOrd="0" presId="urn:microsoft.com/office/officeart/2005/8/layout/hierarchy3"/>
    <dgm:cxn modelId="{08428A2D-1351-4375-A998-D64E93037C9D}" type="presParOf" srcId="{CED9129A-8D2F-4792-820F-FDF934DE98AF}" destId="{633D8046-5A54-49E6-9585-92909B560F34}" srcOrd="0" destOrd="0" presId="urn:microsoft.com/office/officeart/2005/8/layout/hierarchy3"/>
    <dgm:cxn modelId="{6ABF2FFF-0114-4165-9C00-1E4A6CDED6EF}" type="presParOf" srcId="{633D8046-5A54-49E6-9585-92909B560F34}" destId="{57EFAD55-D8D4-40FC-9E94-EA5C6BF25407}" srcOrd="0" destOrd="0" presId="urn:microsoft.com/office/officeart/2005/8/layout/hierarchy3"/>
    <dgm:cxn modelId="{1F2094B1-3F29-4528-A458-63B813EC65A2}" type="presParOf" srcId="{633D8046-5A54-49E6-9585-92909B560F34}" destId="{AFD099BF-2B80-4B6D-A530-0B7FBEC35AF8}" srcOrd="1" destOrd="0" presId="urn:microsoft.com/office/officeart/2005/8/layout/hierarchy3"/>
    <dgm:cxn modelId="{B43A1244-2F18-465D-855D-E989F1A233BC}" type="presParOf" srcId="{CED9129A-8D2F-4792-820F-FDF934DE98AF}" destId="{51719F34-0B9B-4072-815B-F98B31C12E4E}" srcOrd="1" destOrd="0" presId="urn:microsoft.com/office/officeart/2005/8/layout/hierarchy3"/>
    <dgm:cxn modelId="{D472D85E-7307-4B19-A725-02450015C9CD}" type="presParOf" srcId="{51719F34-0B9B-4072-815B-F98B31C12E4E}" destId="{7EC3F246-4BEA-4899-9F20-0B592AEC5137}" srcOrd="0" destOrd="0" presId="urn:microsoft.com/office/officeart/2005/8/layout/hierarchy3"/>
    <dgm:cxn modelId="{66877460-32EB-4C5B-B069-D34962702892}" type="presParOf" srcId="{51719F34-0B9B-4072-815B-F98B31C12E4E}" destId="{95FC273F-9705-4ED9-A9CA-8CA8BCCF5AF9}" srcOrd="1" destOrd="0" presId="urn:microsoft.com/office/officeart/2005/8/layout/hierarchy3"/>
    <dgm:cxn modelId="{A7429209-997A-40D3-BBB8-CA396FF04950}" type="presParOf" srcId="{51719F34-0B9B-4072-815B-F98B31C12E4E}" destId="{4B5A5A49-0A73-45F8-9037-1230A0E2B40F}" srcOrd="2" destOrd="0" presId="urn:microsoft.com/office/officeart/2005/8/layout/hierarchy3"/>
    <dgm:cxn modelId="{7F500A7D-E113-4578-BB76-57B5CBE7D0C8}" type="presParOf" srcId="{51719F34-0B9B-4072-815B-F98B31C12E4E}" destId="{E9CC1E25-3FD3-4002-8EBC-89061B7D409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561908-9F57-4D5B-983C-D0F5335ABE2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F7B825-8896-44B1-B6A3-43657A5A5402}">
      <dgm:prSet/>
      <dgm:spPr/>
      <dgm:t>
        <a:bodyPr/>
        <a:lstStyle/>
        <a:p>
          <a:pPr>
            <a:defRPr b="1"/>
          </a:pPr>
          <a:r>
            <a:rPr lang="en-US"/>
            <a:t>Remove non-useful cell information</a:t>
          </a:r>
        </a:p>
      </dgm:t>
    </dgm:pt>
    <dgm:pt modelId="{F1EC4E7D-5011-4FC1-B8CD-37FA2A349315}" type="parTrans" cxnId="{92FC286A-AC8A-4D57-AC43-5CB75AC57459}">
      <dgm:prSet/>
      <dgm:spPr/>
      <dgm:t>
        <a:bodyPr/>
        <a:lstStyle/>
        <a:p>
          <a:endParaRPr lang="en-US"/>
        </a:p>
      </dgm:t>
    </dgm:pt>
    <dgm:pt modelId="{3A447333-3352-4B84-8035-18385E444BF0}" type="sibTrans" cxnId="{92FC286A-AC8A-4D57-AC43-5CB75AC57459}">
      <dgm:prSet/>
      <dgm:spPr/>
      <dgm:t>
        <a:bodyPr/>
        <a:lstStyle/>
        <a:p>
          <a:endParaRPr lang="en-US"/>
        </a:p>
      </dgm:t>
    </dgm:pt>
    <dgm:pt modelId="{E60BB933-604C-43CC-B2BC-C11E162F4757}">
      <dgm:prSet/>
      <dgm:spPr/>
      <dgm:t>
        <a:bodyPr/>
        <a:lstStyle/>
        <a:p>
          <a:r>
            <a:rPr lang="en-US"/>
            <a:t>“cc”, “hp”, “Nm”</a:t>
          </a:r>
        </a:p>
      </dgm:t>
    </dgm:pt>
    <dgm:pt modelId="{ADAC1441-94B5-40C2-A492-84520995076F}" type="parTrans" cxnId="{DF618A5B-7E98-4FB1-A21E-102E9288D0AE}">
      <dgm:prSet/>
      <dgm:spPr/>
      <dgm:t>
        <a:bodyPr/>
        <a:lstStyle/>
        <a:p>
          <a:endParaRPr lang="en-US"/>
        </a:p>
      </dgm:t>
    </dgm:pt>
    <dgm:pt modelId="{01CD2E1D-B19F-4128-868B-32C6F09EC931}" type="sibTrans" cxnId="{DF618A5B-7E98-4FB1-A21E-102E9288D0AE}">
      <dgm:prSet/>
      <dgm:spPr/>
      <dgm:t>
        <a:bodyPr/>
        <a:lstStyle/>
        <a:p>
          <a:endParaRPr lang="en-US"/>
        </a:p>
      </dgm:t>
    </dgm:pt>
    <dgm:pt modelId="{8CD51A32-3463-40EC-B979-4BC3683352BA}">
      <dgm:prSet/>
      <dgm:spPr/>
      <dgm:t>
        <a:bodyPr/>
        <a:lstStyle/>
        <a:p>
          <a:pPr>
            <a:defRPr b="1"/>
          </a:pPr>
          <a:r>
            <a:rPr lang="en-US"/>
            <a:t>Correct types</a:t>
          </a:r>
        </a:p>
      </dgm:t>
    </dgm:pt>
    <dgm:pt modelId="{16EF1E8B-41F0-4A95-95E9-F58324ADACBB}" type="parTrans" cxnId="{626366C5-C491-4093-8D88-11975D6FA8D8}">
      <dgm:prSet/>
      <dgm:spPr/>
      <dgm:t>
        <a:bodyPr/>
        <a:lstStyle/>
        <a:p>
          <a:endParaRPr lang="en-US"/>
        </a:p>
      </dgm:t>
    </dgm:pt>
    <dgm:pt modelId="{5CDF2ED1-C83C-481E-B92D-15045C15F577}" type="sibTrans" cxnId="{626366C5-C491-4093-8D88-11975D6FA8D8}">
      <dgm:prSet/>
      <dgm:spPr/>
      <dgm:t>
        <a:bodyPr/>
        <a:lstStyle/>
        <a:p>
          <a:endParaRPr lang="en-US"/>
        </a:p>
      </dgm:t>
    </dgm:pt>
    <dgm:pt modelId="{F6D87C6C-3B3F-4749-BE63-A40EDF51B530}">
      <dgm:prSet/>
      <dgm:spPr/>
      <dgm:t>
        <a:bodyPr/>
        <a:lstStyle/>
        <a:p>
          <a:r>
            <a:rPr lang="en-US"/>
            <a:t>“Hybrid (Gas + Electric) -&gt; Hybrid</a:t>
          </a:r>
        </a:p>
      </dgm:t>
    </dgm:pt>
    <dgm:pt modelId="{6072B66C-0DD8-493B-8049-1F85A374BC1B}" type="parTrans" cxnId="{DA07A635-6E9A-479E-8832-158BC1C6C6C4}">
      <dgm:prSet/>
      <dgm:spPr/>
      <dgm:t>
        <a:bodyPr/>
        <a:lstStyle/>
        <a:p>
          <a:endParaRPr lang="en-US"/>
        </a:p>
      </dgm:t>
    </dgm:pt>
    <dgm:pt modelId="{537BCBC9-1F97-454E-B95B-091ADDC71EE3}" type="sibTrans" cxnId="{DA07A635-6E9A-479E-8832-158BC1C6C6C4}">
      <dgm:prSet/>
      <dgm:spPr/>
      <dgm:t>
        <a:bodyPr/>
        <a:lstStyle/>
        <a:p>
          <a:endParaRPr lang="en-US"/>
        </a:p>
      </dgm:t>
    </dgm:pt>
    <dgm:pt modelId="{5025F60C-C658-4A48-B623-2B4550849C4D}">
      <dgm:prSet/>
      <dgm:spPr/>
      <dgm:t>
        <a:bodyPr/>
        <a:lstStyle/>
        <a:p>
          <a:pPr>
            <a:defRPr b="1"/>
          </a:pPr>
          <a:r>
            <a:rPr lang="en-US"/>
            <a:t>Using EDA to identify and correct/remove outliers</a:t>
          </a:r>
        </a:p>
      </dgm:t>
    </dgm:pt>
    <dgm:pt modelId="{53758076-543A-40F9-BD7A-F23E9E8BAC82}" type="parTrans" cxnId="{F38A2E08-31CF-4987-A26A-EADB1E272150}">
      <dgm:prSet/>
      <dgm:spPr/>
      <dgm:t>
        <a:bodyPr/>
        <a:lstStyle/>
        <a:p>
          <a:endParaRPr lang="en-US"/>
        </a:p>
      </dgm:t>
    </dgm:pt>
    <dgm:pt modelId="{ADC1D415-8700-4A89-B907-C4340CFE7F17}" type="sibTrans" cxnId="{F38A2E08-31CF-4987-A26A-EADB1E272150}">
      <dgm:prSet/>
      <dgm:spPr/>
      <dgm:t>
        <a:bodyPr/>
        <a:lstStyle/>
        <a:p>
          <a:endParaRPr lang="en-US"/>
        </a:p>
      </dgm:t>
    </dgm:pt>
    <dgm:pt modelId="{5F1E912A-9496-42D0-8257-1F0D659F83A2}" type="pres">
      <dgm:prSet presAssocID="{CF561908-9F57-4D5B-983C-D0F5335ABE27}" presName="root" presStyleCnt="0">
        <dgm:presLayoutVars>
          <dgm:dir/>
          <dgm:resizeHandles val="exact"/>
        </dgm:presLayoutVars>
      </dgm:prSet>
      <dgm:spPr/>
    </dgm:pt>
    <dgm:pt modelId="{5435BD92-1C00-436C-B1D5-86C9B38A1067}" type="pres">
      <dgm:prSet presAssocID="{35F7B825-8896-44B1-B6A3-43657A5A5402}" presName="compNode" presStyleCnt="0"/>
      <dgm:spPr/>
    </dgm:pt>
    <dgm:pt modelId="{96560554-E1CF-4C27-B43C-DB737BF1BA61}" type="pres">
      <dgm:prSet presAssocID="{35F7B825-8896-44B1-B6A3-43657A5A540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83F3DF27-380D-4958-85C5-A04AF3AFD5B1}" type="pres">
      <dgm:prSet presAssocID="{35F7B825-8896-44B1-B6A3-43657A5A5402}" presName="iconSpace" presStyleCnt="0"/>
      <dgm:spPr/>
    </dgm:pt>
    <dgm:pt modelId="{DE061E42-8060-4D21-A82A-CD00013677FC}" type="pres">
      <dgm:prSet presAssocID="{35F7B825-8896-44B1-B6A3-43657A5A5402}" presName="parTx" presStyleLbl="revTx" presStyleIdx="0" presStyleCnt="6">
        <dgm:presLayoutVars>
          <dgm:chMax val="0"/>
          <dgm:chPref val="0"/>
        </dgm:presLayoutVars>
      </dgm:prSet>
      <dgm:spPr/>
    </dgm:pt>
    <dgm:pt modelId="{D200A710-38BD-4685-B864-2023E8B06F50}" type="pres">
      <dgm:prSet presAssocID="{35F7B825-8896-44B1-B6A3-43657A5A5402}" presName="txSpace" presStyleCnt="0"/>
      <dgm:spPr/>
    </dgm:pt>
    <dgm:pt modelId="{04B2D839-D7E7-4A41-B601-47C9FCA17BE8}" type="pres">
      <dgm:prSet presAssocID="{35F7B825-8896-44B1-B6A3-43657A5A5402}" presName="desTx" presStyleLbl="revTx" presStyleIdx="1" presStyleCnt="6">
        <dgm:presLayoutVars/>
      </dgm:prSet>
      <dgm:spPr/>
    </dgm:pt>
    <dgm:pt modelId="{4A0253CF-E2C2-4922-A8EA-AF334D25676D}" type="pres">
      <dgm:prSet presAssocID="{3A447333-3352-4B84-8035-18385E444BF0}" presName="sibTrans" presStyleCnt="0"/>
      <dgm:spPr/>
    </dgm:pt>
    <dgm:pt modelId="{411493FC-CBFC-4751-800B-ABED9DABDA26}" type="pres">
      <dgm:prSet presAssocID="{8CD51A32-3463-40EC-B979-4BC3683352BA}" presName="compNode" presStyleCnt="0"/>
      <dgm:spPr/>
    </dgm:pt>
    <dgm:pt modelId="{1053C56F-9F87-4562-ABD0-57BFDADC1E52}" type="pres">
      <dgm:prSet presAssocID="{8CD51A32-3463-40EC-B979-4BC3683352B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409E40EB-8B20-4834-A45D-B567DA94A88F}" type="pres">
      <dgm:prSet presAssocID="{8CD51A32-3463-40EC-B979-4BC3683352BA}" presName="iconSpace" presStyleCnt="0"/>
      <dgm:spPr/>
    </dgm:pt>
    <dgm:pt modelId="{3C58909D-01AB-4A30-82AF-891A1B1700CC}" type="pres">
      <dgm:prSet presAssocID="{8CD51A32-3463-40EC-B979-4BC3683352BA}" presName="parTx" presStyleLbl="revTx" presStyleIdx="2" presStyleCnt="6">
        <dgm:presLayoutVars>
          <dgm:chMax val="0"/>
          <dgm:chPref val="0"/>
        </dgm:presLayoutVars>
      </dgm:prSet>
      <dgm:spPr/>
    </dgm:pt>
    <dgm:pt modelId="{B2941F3D-01AC-41C9-B1E5-EC2271D3BCAB}" type="pres">
      <dgm:prSet presAssocID="{8CD51A32-3463-40EC-B979-4BC3683352BA}" presName="txSpace" presStyleCnt="0"/>
      <dgm:spPr/>
    </dgm:pt>
    <dgm:pt modelId="{DFFFEA8C-C326-4F20-8E5A-E3A6DBE84C4D}" type="pres">
      <dgm:prSet presAssocID="{8CD51A32-3463-40EC-B979-4BC3683352BA}" presName="desTx" presStyleLbl="revTx" presStyleIdx="3" presStyleCnt="6">
        <dgm:presLayoutVars/>
      </dgm:prSet>
      <dgm:spPr/>
    </dgm:pt>
    <dgm:pt modelId="{E7E2355E-C4A3-46B2-B83C-5880DC67BD80}" type="pres">
      <dgm:prSet presAssocID="{5CDF2ED1-C83C-481E-B92D-15045C15F577}" presName="sibTrans" presStyleCnt="0"/>
      <dgm:spPr/>
    </dgm:pt>
    <dgm:pt modelId="{4D5DA85B-B3D4-43D5-95CF-6A58256D42B9}" type="pres">
      <dgm:prSet presAssocID="{5025F60C-C658-4A48-B623-2B4550849C4D}" presName="compNode" presStyleCnt="0"/>
      <dgm:spPr/>
    </dgm:pt>
    <dgm:pt modelId="{39FFEE3C-81A2-4326-9174-7AFE8E13F4CF}" type="pres">
      <dgm:prSet presAssocID="{5025F60C-C658-4A48-B623-2B4550849C4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15BE387-4822-4C6E-AB4F-9107F3C23928}" type="pres">
      <dgm:prSet presAssocID="{5025F60C-C658-4A48-B623-2B4550849C4D}" presName="iconSpace" presStyleCnt="0"/>
      <dgm:spPr/>
    </dgm:pt>
    <dgm:pt modelId="{A4B95E27-63E1-4577-A0ED-079A73B872CD}" type="pres">
      <dgm:prSet presAssocID="{5025F60C-C658-4A48-B623-2B4550849C4D}" presName="parTx" presStyleLbl="revTx" presStyleIdx="4" presStyleCnt="6">
        <dgm:presLayoutVars>
          <dgm:chMax val="0"/>
          <dgm:chPref val="0"/>
        </dgm:presLayoutVars>
      </dgm:prSet>
      <dgm:spPr/>
    </dgm:pt>
    <dgm:pt modelId="{A6C41A0D-63A8-4A25-969F-9792BBAC1F6F}" type="pres">
      <dgm:prSet presAssocID="{5025F60C-C658-4A48-B623-2B4550849C4D}" presName="txSpace" presStyleCnt="0"/>
      <dgm:spPr/>
    </dgm:pt>
    <dgm:pt modelId="{F99F899C-4B50-4258-A791-CE42B586B09B}" type="pres">
      <dgm:prSet presAssocID="{5025F60C-C658-4A48-B623-2B4550849C4D}" presName="desTx" presStyleLbl="revTx" presStyleIdx="5" presStyleCnt="6">
        <dgm:presLayoutVars/>
      </dgm:prSet>
      <dgm:spPr/>
    </dgm:pt>
  </dgm:ptLst>
  <dgm:cxnLst>
    <dgm:cxn modelId="{F38A2E08-31CF-4987-A26A-EADB1E272150}" srcId="{CF561908-9F57-4D5B-983C-D0F5335ABE27}" destId="{5025F60C-C658-4A48-B623-2B4550849C4D}" srcOrd="2" destOrd="0" parTransId="{53758076-543A-40F9-BD7A-F23E9E8BAC82}" sibTransId="{ADC1D415-8700-4A89-B907-C4340CFE7F17}"/>
    <dgm:cxn modelId="{FD337E12-FDD3-45C8-BFCB-CB3E0B6F8BC8}" type="presOf" srcId="{35F7B825-8896-44B1-B6A3-43657A5A5402}" destId="{DE061E42-8060-4D21-A82A-CD00013677FC}" srcOrd="0" destOrd="0" presId="urn:microsoft.com/office/officeart/2018/5/layout/CenteredIconLabelDescriptionList"/>
    <dgm:cxn modelId="{DA07A635-6E9A-479E-8832-158BC1C6C6C4}" srcId="{8CD51A32-3463-40EC-B979-4BC3683352BA}" destId="{F6D87C6C-3B3F-4749-BE63-A40EDF51B530}" srcOrd="0" destOrd="0" parTransId="{6072B66C-0DD8-493B-8049-1F85A374BC1B}" sibTransId="{537BCBC9-1F97-454E-B95B-091ADDC71EE3}"/>
    <dgm:cxn modelId="{DF618A5B-7E98-4FB1-A21E-102E9288D0AE}" srcId="{35F7B825-8896-44B1-B6A3-43657A5A5402}" destId="{E60BB933-604C-43CC-B2BC-C11E162F4757}" srcOrd="0" destOrd="0" parTransId="{ADAC1441-94B5-40C2-A492-84520995076F}" sibTransId="{01CD2E1D-B19F-4128-868B-32C6F09EC931}"/>
    <dgm:cxn modelId="{11745749-3C15-4583-98A0-C64ABDDCF986}" type="presOf" srcId="{8CD51A32-3463-40EC-B979-4BC3683352BA}" destId="{3C58909D-01AB-4A30-82AF-891A1B1700CC}" srcOrd="0" destOrd="0" presId="urn:microsoft.com/office/officeart/2018/5/layout/CenteredIconLabelDescriptionList"/>
    <dgm:cxn modelId="{92FC286A-AC8A-4D57-AC43-5CB75AC57459}" srcId="{CF561908-9F57-4D5B-983C-D0F5335ABE27}" destId="{35F7B825-8896-44B1-B6A3-43657A5A5402}" srcOrd="0" destOrd="0" parTransId="{F1EC4E7D-5011-4FC1-B8CD-37FA2A349315}" sibTransId="{3A447333-3352-4B84-8035-18385E444BF0}"/>
    <dgm:cxn modelId="{6AD661A3-DEF3-4390-9E03-ECFF0CEEF1C9}" type="presOf" srcId="{F6D87C6C-3B3F-4749-BE63-A40EDF51B530}" destId="{DFFFEA8C-C326-4F20-8E5A-E3A6DBE84C4D}" srcOrd="0" destOrd="0" presId="urn:microsoft.com/office/officeart/2018/5/layout/CenteredIconLabelDescriptionList"/>
    <dgm:cxn modelId="{2729CBAA-257A-4EBD-BEAD-97E916372A01}" type="presOf" srcId="{CF561908-9F57-4D5B-983C-D0F5335ABE27}" destId="{5F1E912A-9496-42D0-8257-1F0D659F83A2}" srcOrd="0" destOrd="0" presId="urn:microsoft.com/office/officeart/2018/5/layout/CenteredIconLabelDescriptionList"/>
    <dgm:cxn modelId="{626366C5-C491-4093-8D88-11975D6FA8D8}" srcId="{CF561908-9F57-4D5B-983C-D0F5335ABE27}" destId="{8CD51A32-3463-40EC-B979-4BC3683352BA}" srcOrd="1" destOrd="0" parTransId="{16EF1E8B-41F0-4A95-95E9-F58324ADACBB}" sibTransId="{5CDF2ED1-C83C-481E-B92D-15045C15F577}"/>
    <dgm:cxn modelId="{EBCA3CD4-62D5-42FC-BD63-889DA323BABA}" type="presOf" srcId="{5025F60C-C658-4A48-B623-2B4550849C4D}" destId="{A4B95E27-63E1-4577-A0ED-079A73B872CD}" srcOrd="0" destOrd="0" presId="urn:microsoft.com/office/officeart/2018/5/layout/CenteredIconLabelDescriptionList"/>
    <dgm:cxn modelId="{CE8F07F0-1C9B-4FDC-8F33-81D7006C6157}" type="presOf" srcId="{E60BB933-604C-43CC-B2BC-C11E162F4757}" destId="{04B2D839-D7E7-4A41-B601-47C9FCA17BE8}" srcOrd="0" destOrd="0" presId="urn:microsoft.com/office/officeart/2018/5/layout/CenteredIconLabelDescriptionList"/>
    <dgm:cxn modelId="{EACBC205-C56D-4129-B5B2-AE85EECA3ABE}" type="presParOf" srcId="{5F1E912A-9496-42D0-8257-1F0D659F83A2}" destId="{5435BD92-1C00-436C-B1D5-86C9B38A1067}" srcOrd="0" destOrd="0" presId="urn:microsoft.com/office/officeart/2018/5/layout/CenteredIconLabelDescriptionList"/>
    <dgm:cxn modelId="{219F0C82-BD9F-473F-9AF6-7EC4C7E72CCC}" type="presParOf" srcId="{5435BD92-1C00-436C-B1D5-86C9B38A1067}" destId="{96560554-E1CF-4C27-B43C-DB737BF1BA61}" srcOrd="0" destOrd="0" presId="urn:microsoft.com/office/officeart/2018/5/layout/CenteredIconLabelDescriptionList"/>
    <dgm:cxn modelId="{59427A0A-BE23-47E8-A15C-A9972B134A69}" type="presParOf" srcId="{5435BD92-1C00-436C-B1D5-86C9B38A1067}" destId="{83F3DF27-380D-4958-85C5-A04AF3AFD5B1}" srcOrd="1" destOrd="0" presId="urn:microsoft.com/office/officeart/2018/5/layout/CenteredIconLabelDescriptionList"/>
    <dgm:cxn modelId="{50124086-DED8-4B3B-962B-5022FF19F20B}" type="presParOf" srcId="{5435BD92-1C00-436C-B1D5-86C9B38A1067}" destId="{DE061E42-8060-4D21-A82A-CD00013677FC}" srcOrd="2" destOrd="0" presId="urn:microsoft.com/office/officeart/2018/5/layout/CenteredIconLabelDescriptionList"/>
    <dgm:cxn modelId="{AFEA5034-0068-475F-8CB0-F6E5AF180D41}" type="presParOf" srcId="{5435BD92-1C00-436C-B1D5-86C9B38A1067}" destId="{D200A710-38BD-4685-B864-2023E8B06F50}" srcOrd="3" destOrd="0" presId="urn:microsoft.com/office/officeart/2018/5/layout/CenteredIconLabelDescriptionList"/>
    <dgm:cxn modelId="{F3078D1A-9AAD-45AB-93C6-98ADE108B90B}" type="presParOf" srcId="{5435BD92-1C00-436C-B1D5-86C9B38A1067}" destId="{04B2D839-D7E7-4A41-B601-47C9FCA17BE8}" srcOrd="4" destOrd="0" presId="urn:microsoft.com/office/officeart/2018/5/layout/CenteredIconLabelDescriptionList"/>
    <dgm:cxn modelId="{7DE5BBC6-6AFC-4A4D-8510-8169DCB0C72C}" type="presParOf" srcId="{5F1E912A-9496-42D0-8257-1F0D659F83A2}" destId="{4A0253CF-E2C2-4922-A8EA-AF334D25676D}" srcOrd="1" destOrd="0" presId="urn:microsoft.com/office/officeart/2018/5/layout/CenteredIconLabelDescriptionList"/>
    <dgm:cxn modelId="{97DCC0A7-B795-471C-8E8F-6470218BAE32}" type="presParOf" srcId="{5F1E912A-9496-42D0-8257-1F0D659F83A2}" destId="{411493FC-CBFC-4751-800B-ABED9DABDA26}" srcOrd="2" destOrd="0" presId="urn:microsoft.com/office/officeart/2018/5/layout/CenteredIconLabelDescriptionList"/>
    <dgm:cxn modelId="{9AE3E88A-EDA7-4FC7-A9B8-CD3C644B2AE8}" type="presParOf" srcId="{411493FC-CBFC-4751-800B-ABED9DABDA26}" destId="{1053C56F-9F87-4562-ABD0-57BFDADC1E52}" srcOrd="0" destOrd="0" presId="urn:microsoft.com/office/officeart/2018/5/layout/CenteredIconLabelDescriptionList"/>
    <dgm:cxn modelId="{D95A3DD7-5B90-4034-8FD2-BBCD8AF15D86}" type="presParOf" srcId="{411493FC-CBFC-4751-800B-ABED9DABDA26}" destId="{409E40EB-8B20-4834-A45D-B567DA94A88F}" srcOrd="1" destOrd="0" presId="urn:microsoft.com/office/officeart/2018/5/layout/CenteredIconLabelDescriptionList"/>
    <dgm:cxn modelId="{20192581-5131-4BD3-8209-7834B956A404}" type="presParOf" srcId="{411493FC-CBFC-4751-800B-ABED9DABDA26}" destId="{3C58909D-01AB-4A30-82AF-891A1B1700CC}" srcOrd="2" destOrd="0" presId="urn:microsoft.com/office/officeart/2018/5/layout/CenteredIconLabelDescriptionList"/>
    <dgm:cxn modelId="{22E37530-8B94-4785-974D-2E7AAD7CBB02}" type="presParOf" srcId="{411493FC-CBFC-4751-800B-ABED9DABDA26}" destId="{B2941F3D-01AC-41C9-B1E5-EC2271D3BCAB}" srcOrd="3" destOrd="0" presId="urn:microsoft.com/office/officeart/2018/5/layout/CenteredIconLabelDescriptionList"/>
    <dgm:cxn modelId="{8FA8165B-C108-447D-98FA-46CE52E09BEA}" type="presParOf" srcId="{411493FC-CBFC-4751-800B-ABED9DABDA26}" destId="{DFFFEA8C-C326-4F20-8E5A-E3A6DBE84C4D}" srcOrd="4" destOrd="0" presId="urn:microsoft.com/office/officeart/2018/5/layout/CenteredIconLabelDescriptionList"/>
    <dgm:cxn modelId="{6A07B088-125F-431E-8955-1A2203EF9CA5}" type="presParOf" srcId="{5F1E912A-9496-42D0-8257-1F0D659F83A2}" destId="{E7E2355E-C4A3-46B2-B83C-5880DC67BD80}" srcOrd="3" destOrd="0" presId="urn:microsoft.com/office/officeart/2018/5/layout/CenteredIconLabelDescriptionList"/>
    <dgm:cxn modelId="{17519C19-C610-4842-8C37-9FAB269D89DA}" type="presParOf" srcId="{5F1E912A-9496-42D0-8257-1F0D659F83A2}" destId="{4D5DA85B-B3D4-43D5-95CF-6A58256D42B9}" srcOrd="4" destOrd="0" presId="urn:microsoft.com/office/officeart/2018/5/layout/CenteredIconLabelDescriptionList"/>
    <dgm:cxn modelId="{4290894D-4117-4D83-B675-9EA7B3C33417}" type="presParOf" srcId="{4D5DA85B-B3D4-43D5-95CF-6A58256D42B9}" destId="{39FFEE3C-81A2-4326-9174-7AFE8E13F4CF}" srcOrd="0" destOrd="0" presId="urn:microsoft.com/office/officeart/2018/5/layout/CenteredIconLabelDescriptionList"/>
    <dgm:cxn modelId="{ACDFA400-DE4C-4F61-8224-CACBA730DF9E}" type="presParOf" srcId="{4D5DA85B-B3D4-43D5-95CF-6A58256D42B9}" destId="{615BE387-4822-4C6E-AB4F-9107F3C23928}" srcOrd="1" destOrd="0" presId="urn:microsoft.com/office/officeart/2018/5/layout/CenteredIconLabelDescriptionList"/>
    <dgm:cxn modelId="{B3B880D4-AB09-4139-BD8F-F8F02CDF110F}" type="presParOf" srcId="{4D5DA85B-B3D4-43D5-95CF-6A58256D42B9}" destId="{A4B95E27-63E1-4577-A0ED-079A73B872CD}" srcOrd="2" destOrd="0" presId="urn:microsoft.com/office/officeart/2018/5/layout/CenteredIconLabelDescriptionList"/>
    <dgm:cxn modelId="{D5CB67A0-3594-4224-82D2-217EE819075D}" type="presParOf" srcId="{4D5DA85B-B3D4-43D5-95CF-6A58256D42B9}" destId="{A6C41A0D-63A8-4A25-969F-9792BBAC1F6F}" srcOrd="3" destOrd="0" presId="urn:microsoft.com/office/officeart/2018/5/layout/CenteredIconLabelDescriptionList"/>
    <dgm:cxn modelId="{4E399742-BA4F-42AE-8966-1531C8F5450F}" type="presParOf" srcId="{4D5DA85B-B3D4-43D5-95CF-6A58256D42B9}" destId="{F99F899C-4B50-4258-A791-CE42B586B09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74F185-2420-4FAA-BDBB-A1FA6935265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A270DBA-02BD-4920-B679-26A1DDAB833A}">
      <dgm:prSet/>
      <dgm:spPr/>
      <dgm:t>
        <a:bodyPr/>
        <a:lstStyle/>
        <a:p>
          <a:pPr>
            <a:defRPr cap="all"/>
          </a:pPr>
          <a:r>
            <a:rPr lang="en-US"/>
            <a:t>HorsePower per CC/Battery Capacity</a:t>
          </a:r>
        </a:p>
      </dgm:t>
    </dgm:pt>
    <dgm:pt modelId="{FF93F17F-9882-4B77-A797-62359E634FD0}" type="parTrans" cxnId="{F90FD243-4173-4A08-B83B-F3E87CE7DC30}">
      <dgm:prSet/>
      <dgm:spPr/>
      <dgm:t>
        <a:bodyPr/>
        <a:lstStyle/>
        <a:p>
          <a:endParaRPr lang="en-US"/>
        </a:p>
      </dgm:t>
    </dgm:pt>
    <dgm:pt modelId="{9F93A32C-1891-4188-B02E-2841539BF8FF}" type="sibTrans" cxnId="{F90FD243-4173-4A08-B83B-F3E87CE7DC30}">
      <dgm:prSet/>
      <dgm:spPr/>
      <dgm:t>
        <a:bodyPr/>
        <a:lstStyle/>
        <a:p>
          <a:endParaRPr lang="en-US"/>
        </a:p>
      </dgm:t>
    </dgm:pt>
    <dgm:pt modelId="{4DA5A57B-BD4A-41B8-8BE1-43C4C37AC1ED}">
      <dgm:prSet/>
      <dgm:spPr/>
      <dgm:t>
        <a:bodyPr/>
        <a:lstStyle/>
        <a:p>
          <a:pPr>
            <a:defRPr cap="all"/>
          </a:pPr>
          <a:r>
            <a:rPr lang="en-US"/>
            <a:t>Price per HorsePower</a:t>
          </a:r>
        </a:p>
      </dgm:t>
    </dgm:pt>
    <dgm:pt modelId="{890CA432-5909-4D96-A72F-9E5F2649F7CF}" type="parTrans" cxnId="{6699E875-B1DB-47C3-9DB3-61946AFD75CB}">
      <dgm:prSet/>
      <dgm:spPr/>
      <dgm:t>
        <a:bodyPr/>
        <a:lstStyle/>
        <a:p>
          <a:endParaRPr lang="en-US"/>
        </a:p>
      </dgm:t>
    </dgm:pt>
    <dgm:pt modelId="{2653F734-86FF-408C-B782-D426A214A424}" type="sibTrans" cxnId="{6699E875-B1DB-47C3-9DB3-61946AFD75CB}">
      <dgm:prSet/>
      <dgm:spPr/>
      <dgm:t>
        <a:bodyPr/>
        <a:lstStyle/>
        <a:p>
          <a:endParaRPr lang="en-US"/>
        </a:p>
      </dgm:t>
    </dgm:pt>
    <dgm:pt modelId="{13B5C09D-2092-4636-BDD2-17013E7037A6}">
      <dgm:prSet/>
      <dgm:spPr/>
      <dgm:t>
        <a:bodyPr/>
        <a:lstStyle/>
        <a:p>
          <a:pPr>
            <a:defRPr cap="all"/>
          </a:pPr>
          <a:r>
            <a:rPr lang="en-US"/>
            <a:t>Price per Seat</a:t>
          </a:r>
        </a:p>
      </dgm:t>
    </dgm:pt>
    <dgm:pt modelId="{95437F5F-9E54-4C94-ACE1-AFD086089BD2}" type="parTrans" cxnId="{A8A6957D-8D4F-4FB8-B096-C521234AFE4B}">
      <dgm:prSet/>
      <dgm:spPr/>
      <dgm:t>
        <a:bodyPr/>
        <a:lstStyle/>
        <a:p>
          <a:endParaRPr lang="en-US"/>
        </a:p>
      </dgm:t>
    </dgm:pt>
    <dgm:pt modelId="{A1A57FA3-9035-4F44-BC6B-391BED6809DF}" type="sibTrans" cxnId="{A8A6957D-8D4F-4FB8-B096-C521234AFE4B}">
      <dgm:prSet/>
      <dgm:spPr/>
      <dgm:t>
        <a:bodyPr/>
        <a:lstStyle/>
        <a:p>
          <a:endParaRPr lang="en-US"/>
        </a:p>
      </dgm:t>
    </dgm:pt>
    <dgm:pt modelId="{DBF76C4A-7462-4AC2-A8FB-B7F9A0B60D6A}">
      <dgm:prSet/>
      <dgm:spPr/>
      <dgm:t>
        <a:bodyPr/>
        <a:lstStyle/>
        <a:p>
          <a:pPr>
            <a:defRPr cap="all"/>
          </a:pPr>
          <a:r>
            <a:rPr lang="en-US"/>
            <a:t>HorsePower/Acceleration effectiveness</a:t>
          </a:r>
        </a:p>
      </dgm:t>
    </dgm:pt>
    <dgm:pt modelId="{59A3BB23-7C76-4DFD-8557-B0C2B6C5E27B}" type="parTrans" cxnId="{80C71D2F-678F-4E57-91E6-47EE957440E8}">
      <dgm:prSet/>
      <dgm:spPr/>
      <dgm:t>
        <a:bodyPr/>
        <a:lstStyle/>
        <a:p>
          <a:endParaRPr lang="en-US"/>
        </a:p>
      </dgm:t>
    </dgm:pt>
    <dgm:pt modelId="{08EAF76A-1ED2-42EB-82C3-C182CDDB128C}" type="sibTrans" cxnId="{80C71D2F-678F-4E57-91E6-47EE957440E8}">
      <dgm:prSet/>
      <dgm:spPr/>
      <dgm:t>
        <a:bodyPr/>
        <a:lstStyle/>
        <a:p>
          <a:endParaRPr lang="en-US"/>
        </a:p>
      </dgm:t>
    </dgm:pt>
    <dgm:pt modelId="{AFE645C9-ED08-427B-85CE-6E3BD9C4B0B9}">
      <dgm:prSet/>
      <dgm:spPr/>
      <dgm:t>
        <a:bodyPr/>
        <a:lstStyle/>
        <a:p>
          <a:pPr>
            <a:defRPr cap="all"/>
          </a:pPr>
          <a:r>
            <a:rPr lang="en-US"/>
            <a:t>Price tierlists (Budget, Mid-tiered, Luxury, Supercar)</a:t>
          </a:r>
        </a:p>
      </dgm:t>
    </dgm:pt>
    <dgm:pt modelId="{CBB022E6-B101-45AA-A69B-0AA29AF50D25}" type="parTrans" cxnId="{11B62835-091D-4C76-9B98-CBFABAF58517}">
      <dgm:prSet/>
      <dgm:spPr/>
      <dgm:t>
        <a:bodyPr/>
        <a:lstStyle/>
        <a:p>
          <a:endParaRPr lang="en-US"/>
        </a:p>
      </dgm:t>
    </dgm:pt>
    <dgm:pt modelId="{60AAEAC0-2C58-4F0E-8D38-76E8493EC0A9}" type="sibTrans" cxnId="{11B62835-091D-4C76-9B98-CBFABAF58517}">
      <dgm:prSet/>
      <dgm:spPr/>
      <dgm:t>
        <a:bodyPr/>
        <a:lstStyle/>
        <a:p>
          <a:endParaRPr lang="en-US"/>
        </a:p>
      </dgm:t>
    </dgm:pt>
    <dgm:pt modelId="{015AFFA3-DE0F-40E3-9DFE-F6CA788C2049}">
      <dgm:prSet/>
      <dgm:spPr/>
      <dgm:t>
        <a:bodyPr/>
        <a:lstStyle/>
        <a:p>
          <a:pPr>
            <a:defRPr cap="all"/>
          </a:pPr>
          <a:r>
            <a:rPr lang="en-US"/>
            <a:t>Cylinders</a:t>
          </a:r>
        </a:p>
      </dgm:t>
    </dgm:pt>
    <dgm:pt modelId="{C97C61E0-7FEA-45B1-9BB9-28C454AC87FA}" type="parTrans" cxnId="{9B7C4100-E74C-4B80-8993-06CD6CC8CBE1}">
      <dgm:prSet/>
      <dgm:spPr/>
      <dgm:t>
        <a:bodyPr/>
        <a:lstStyle/>
        <a:p>
          <a:endParaRPr lang="en-US"/>
        </a:p>
      </dgm:t>
    </dgm:pt>
    <dgm:pt modelId="{ADA281E9-8DD5-49B9-865D-6B74D1BB11F2}" type="sibTrans" cxnId="{9B7C4100-E74C-4B80-8993-06CD6CC8CBE1}">
      <dgm:prSet/>
      <dgm:spPr/>
      <dgm:t>
        <a:bodyPr/>
        <a:lstStyle/>
        <a:p>
          <a:endParaRPr lang="en-US"/>
        </a:p>
      </dgm:t>
    </dgm:pt>
    <dgm:pt modelId="{3494F051-FA5A-443E-A4D5-CC5E7D079D83}" type="pres">
      <dgm:prSet presAssocID="{3074F185-2420-4FAA-BDBB-A1FA69352657}" presName="root" presStyleCnt="0">
        <dgm:presLayoutVars>
          <dgm:dir/>
          <dgm:resizeHandles val="exact"/>
        </dgm:presLayoutVars>
      </dgm:prSet>
      <dgm:spPr/>
    </dgm:pt>
    <dgm:pt modelId="{78F30CD0-BEE8-44F1-BAE2-4F7CD3CA4275}" type="pres">
      <dgm:prSet presAssocID="{5A270DBA-02BD-4920-B679-26A1DDAB833A}" presName="compNode" presStyleCnt="0"/>
      <dgm:spPr/>
    </dgm:pt>
    <dgm:pt modelId="{F4C906D6-EE84-4B70-B5E6-784B81F75FBC}" type="pres">
      <dgm:prSet presAssocID="{5A270DBA-02BD-4920-B679-26A1DDAB833A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3E7C5E3-310B-4BA8-8A75-C4976ECD7669}" type="pres">
      <dgm:prSet presAssocID="{5A270DBA-02BD-4920-B679-26A1DDAB833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34219BBC-B3CF-4E08-B7B1-D3F40729A755}" type="pres">
      <dgm:prSet presAssocID="{5A270DBA-02BD-4920-B679-26A1DDAB833A}" presName="spaceRect" presStyleCnt="0"/>
      <dgm:spPr/>
    </dgm:pt>
    <dgm:pt modelId="{1693721B-5445-4FE2-94DC-717B6C928D6F}" type="pres">
      <dgm:prSet presAssocID="{5A270DBA-02BD-4920-B679-26A1DDAB833A}" presName="textRect" presStyleLbl="revTx" presStyleIdx="0" presStyleCnt="6">
        <dgm:presLayoutVars>
          <dgm:chMax val="1"/>
          <dgm:chPref val="1"/>
        </dgm:presLayoutVars>
      </dgm:prSet>
      <dgm:spPr/>
    </dgm:pt>
    <dgm:pt modelId="{688DE8E6-0CC5-40CE-81A2-17DF62777935}" type="pres">
      <dgm:prSet presAssocID="{9F93A32C-1891-4188-B02E-2841539BF8FF}" presName="sibTrans" presStyleCnt="0"/>
      <dgm:spPr/>
    </dgm:pt>
    <dgm:pt modelId="{B1321553-A58E-4612-AC94-8CFE4EF02F23}" type="pres">
      <dgm:prSet presAssocID="{4DA5A57B-BD4A-41B8-8BE1-43C4C37AC1ED}" presName="compNode" presStyleCnt="0"/>
      <dgm:spPr/>
    </dgm:pt>
    <dgm:pt modelId="{AEC7D6BC-1191-4BF7-BC8E-A7493BFA74FB}" type="pres">
      <dgm:prSet presAssocID="{4DA5A57B-BD4A-41B8-8BE1-43C4C37AC1ED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A75EA63-6D26-42A1-A2BC-4CEEB4B447CA}" type="pres">
      <dgm:prSet presAssocID="{4DA5A57B-BD4A-41B8-8BE1-43C4C37AC1E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03C08B7-DBC4-47C6-982A-2C042B105993}" type="pres">
      <dgm:prSet presAssocID="{4DA5A57B-BD4A-41B8-8BE1-43C4C37AC1ED}" presName="spaceRect" presStyleCnt="0"/>
      <dgm:spPr/>
    </dgm:pt>
    <dgm:pt modelId="{E2FD2C69-F24C-4C37-918A-52D2354C9D28}" type="pres">
      <dgm:prSet presAssocID="{4DA5A57B-BD4A-41B8-8BE1-43C4C37AC1ED}" presName="textRect" presStyleLbl="revTx" presStyleIdx="1" presStyleCnt="6">
        <dgm:presLayoutVars>
          <dgm:chMax val="1"/>
          <dgm:chPref val="1"/>
        </dgm:presLayoutVars>
      </dgm:prSet>
      <dgm:spPr/>
    </dgm:pt>
    <dgm:pt modelId="{A1B3EC1B-40F1-4519-8832-28C1DF100722}" type="pres">
      <dgm:prSet presAssocID="{2653F734-86FF-408C-B782-D426A214A424}" presName="sibTrans" presStyleCnt="0"/>
      <dgm:spPr/>
    </dgm:pt>
    <dgm:pt modelId="{02C873EA-F477-40BC-82C9-EEA16872345F}" type="pres">
      <dgm:prSet presAssocID="{13B5C09D-2092-4636-BDD2-17013E7037A6}" presName="compNode" presStyleCnt="0"/>
      <dgm:spPr/>
    </dgm:pt>
    <dgm:pt modelId="{E3D84C57-7F7F-4FBA-AF5B-8DE1EDCE0672}" type="pres">
      <dgm:prSet presAssocID="{13B5C09D-2092-4636-BDD2-17013E7037A6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49E6BAA2-098E-47E3-8140-78D2EF9C43CC}" type="pres">
      <dgm:prSet presAssocID="{13B5C09D-2092-4636-BDD2-17013E7037A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BBC819B-66F0-4C99-9D51-D41743357396}" type="pres">
      <dgm:prSet presAssocID="{13B5C09D-2092-4636-BDD2-17013E7037A6}" presName="spaceRect" presStyleCnt="0"/>
      <dgm:spPr/>
    </dgm:pt>
    <dgm:pt modelId="{A865E145-0C28-4871-ADE6-815BA9FF8F1C}" type="pres">
      <dgm:prSet presAssocID="{13B5C09D-2092-4636-BDD2-17013E7037A6}" presName="textRect" presStyleLbl="revTx" presStyleIdx="2" presStyleCnt="6">
        <dgm:presLayoutVars>
          <dgm:chMax val="1"/>
          <dgm:chPref val="1"/>
        </dgm:presLayoutVars>
      </dgm:prSet>
      <dgm:spPr/>
    </dgm:pt>
    <dgm:pt modelId="{F95A084E-F632-4689-8F36-EE2A4B094B94}" type="pres">
      <dgm:prSet presAssocID="{A1A57FA3-9035-4F44-BC6B-391BED6809DF}" presName="sibTrans" presStyleCnt="0"/>
      <dgm:spPr/>
    </dgm:pt>
    <dgm:pt modelId="{6E2DAA08-E216-465C-8AC7-2B93994FE4E2}" type="pres">
      <dgm:prSet presAssocID="{DBF76C4A-7462-4AC2-A8FB-B7F9A0B60D6A}" presName="compNode" presStyleCnt="0"/>
      <dgm:spPr/>
    </dgm:pt>
    <dgm:pt modelId="{C9174901-6B5B-4CFD-8DCB-4119D0EB4445}" type="pres">
      <dgm:prSet presAssocID="{DBF76C4A-7462-4AC2-A8FB-B7F9A0B60D6A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B4AAEA5-8E3F-4612-A109-22ADEC7FF5BB}" type="pres">
      <dgm:prSet presAssocID="{DBF76C4A-7462-4AC2-A8FB-B7F9A0B60D6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629CCF9-97BE-4C55-9542-D88327D82881}" type="pres">
      <dgm:prSet presAssocID="{DBF76C4A-7462-4AC2-A8FB-B7F9A0B60D6A}" presName="spaceRect" presStyleCnt="0"/>
      <dgm:spPr/>
    </dgm:pt>
    <dgm:pt modelId="{64631F91-7978-4E14-A4F7-C906E63AF782}" type="pres">
      <dgm:prSet presAssocID="{DBF76C4A-7462-4AC2-A8FB-B7F9A0B60D6A}" presName="textRect" presStyleLbl="revTx" presStyleIdx="3" presStyleCnt="6">
        <dgm:presLayoutVars>
          <dgm:chMax val="1"/>
          <dgm:chPref val="1"/>
        </dgm:presLayoutVars>
      </dgm:prSet>
      <dgm:spPr/>
    </dgm:pt>
    <dgm:pt modelId="{9E0CB642-1AD5-4929-86F3-B7512367F92B}" type="pres">
      <dgm:prSet presAssocID="{08EAF76A-1ED2-42EB-82C3-C182CDDB128C}" presName="sibTrans" presStyleCnt="0"/>
      <dgm:spPr/>
    </dgm:pt>
    <dgm:pt modelId="{AA02F415-0B82-418C-889F-486B5F701C1F}" type="pres">
      <dgm:prSet presAssocID="{AFE645C9-ED08-427B-85CE-6E3BD9C4B0B9}" presName="compNode" presStyleCnt="0"/>
      <dgm:spPr/>
    </dgm:pt>
    <dgm:pt modelId="{9A27A0CC-0BEA-443E-9D7B-EEED70B766EE}" type="pres">
      <dgm:prSet presAssocID="{AFE645C9-ED08-427B-85CE-6E3BD9C4B0B9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B326337-230B-46EE-BCDC-21D870C046CE}" type="pres">
      <dgm:prSet presAssocID="{AFE645C9-ED08-427B-85CE-6E3BD9C4B0B9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BB83B0B6-586D-4021-8B8B-2AC9E5966490}" type="pres">
      <dgm:prSet presAssocID="{AFE645C9-ED08-427B-85CE-6E3BD9C4B0B9}" presName="spaceRect" presStyleCnt="0"/>
      <dgm:spPr/>
    </dgm:pt>
    <dgm:pt modelId="{21B0CD4A-7B9B-4D46-9D42-3715AA3F18D5}" type="pres">
      <dgm:prSet presAssocID="{AFE645C9-ED08-427B-85CE-6E3BD9C4B0B9}" presName="textRect" presStyleLbl="revTx" presStyleIdx="4" presStyleCnt="6">
        <dgm:presLayoutVars>
          <dgm:chMax val="1"/>
          <dgm:chPref val="1"/>
        </dgm:presLayoutVars>
      </dgm:prSet>
      <dgm:spPr/>
    </dgm:pt>
    <dgm:pt modelId="{91E00C5E-26BF-4C0C-8487-1C9DBF9385A0}" type="pres">
      <dgm:prSet presAssocID="{60AAEAC0-2C58-4F0E-8D38-76E8493EC0A9}" presName="sibTrans" presStyleCnt="0"/>
      <dgm:spPr/>
    </dgm:pt>
    <dgm:pt modelId="{A7666854-B363-40A2-A2D9-8523B1106FC0}" type="pres">
      <dgm:prSet presAssocID="{015AFFA3-DE0F-40E3-9DFE-F6CA788C2049}" presName="compNode" presStyleCnt="0"/>
      <dgm:spPr/>
    </dgm:pt>
    <dgm:pt modelId="{8F79287B-D5F5-4C5D-9F59-E0DD154A65B2}" type="pres">
      <dgm:prSet presAssocID="{015AFFA3-DE0F-40E3-9DFE-F6CA788C2049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A4AC6F8-2814-46B6-9014-88227E688321}" type="pres">
      <dgm:prSet presAssocID="{015AFFA3-DE0F-40E3-9DFE-F6CA788C204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ttle"/>
        </a:ext>
      </dgm:extLst>
    </dgm:pt>
    <dgm:pt modelId="{0C5F895E-E2F3-4689-8B89-A99AA66C8607}" type="pres">
      <dgm:prSet presAssocID="{015AFFA3-DE0F-40E3-9DFE-F6CA788C2049}" presName="spaceRect" presStyleCnt="0"/>
      <dgm:spPr/>
    </dgm:pt>
    <dgm:pt modelId="{E0D4D666-6CFA-4782-94FD-712609D0BCA5}" type="pres">
      <dgm:prSet presAssocID="{015AFFA3-DE0F-40E3-9DFE-F6CA788C204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B7C4100-E74C-4B80-8993-06CD6CC8CBE1}" srcId="{3074F185-2420-4FAA-BDBB-A1FA69352657}" destId="{015AFFA3-DE0F-40E3-9DFE-F6CA788C2049}" srcOrd="5" destOrd="0" parTransId="{C97C61E0-7FEA-45B1-9BB9-28C454AC87FA}" sibTransId="{ADA281E9-8DD5-49B9-865D-6B74D1BB11F2}"/>
    <dgm:cxn modelId="{80C71D2F-678F-4E57-91E6-47EE957440E8}" srcId="{3074F185-2420-4FAA-BDBB-A1FA69352657}" destId="{DBF76C4A-7462-4AC2-A8FB-B7F9A0B60D6A}" srcOrd="3" destOrd="0" parTransId="{59A3BB23-7C76-4DFD-8557-B0C2B6C5E27B}" sibTransId="{08EAF76A-1ED2-42EB-82C3-C182CDDB128C}"/>
    <dgm:cxn modelId="{11B62835-091D-4C76-9B98-CBFABAF58517}" srcId="{3074F185-2420-4FAA-BDBB-A1FA69352657}" destId="{AFE645C9-ED08-427B-85CE-6E3BD9C4B0B9}" srcOrd="4" destOrd="0" parTransId="{CBB022E6-B101-45AA-A69B-0AA29AF50D25}" sibTransId="{60AAEAC0-2C58-4F0E-8D38-76E8493EC0A9}"/>
    <dgm:cxn modelId="{CD74C139-78E4-4B6D-BD28-C27D8E20912E}" type="presOf" srcId="{3074F185-2420-4FAA-BDBB-A1FA69352657}" destId="{3494F051-FA5A-443E-A4D5-CC5E7D079D83}" srcOrd="0" destOrd="0" presId="urn:microsoft.com/office/officeart/2018/5/layout/IconLeafLabelList"/>
    <dgm:cxn modelId="{9158E65E-A099-4A65-B520-9609A0733FD5}" type="presOf" srcId="{DBF76C4A-7462-4AC2-A8FB-B7F9A0B60D6A}" destId="{64631F91-7978-4E14-A4F7-C906E63AF782}" srcOrd="0" destOrd="0" presId="urn:microsoft.com/office/officeart/2018/5/layout/IconLeafLabelList"/>
    <dgm:cxn modelId="{F90FD243-4173-4A08-B83B-F3E87CE7DC30}" srcId="{3074F185-2420-4FAA-BDBB-A1FA69352657}" destId="{5A270DBA-02BD-4920-B679-26A1DDAB833A}" srcOrd="0" destOrd="0" parTransId="{FF93F17F-9882-4B77-A797-62359E634FD0}" sibTransId="{9F93A32C-1891-4188-B02E-2841539BF8FF}"/>
    <dgm:cxn modelId="{035A0A4B-D46E-4CBA-ABD7-F257C42EB21A}" type="presOf" srcId="{AFE645C9-ED08-427B-85CE-6E3BD9C4B0B9}" destId="{21B0CD4A-7B9B-4D46-9D42-3715AA3F18D5}" srcOrd="0" destOrd="0" presId="urn:microsoft.com/office/officeart/2018/5/layout/IconLeafLabelList"/>
    <dgm:cxn modelId="{136E3970-9A4D-442E-A5E1-65A198D6798C}" type="presOf" srcId="{5A270DBA-02BD-4920-B679-26A1DDAB833A}" destId="{1693721B-5445-4FE2-94DC-717B6C928D6F}" srcOrd="0" destOrd="0" presId="urn:microsoft.com/office/officeart/2018/5/layout/IconLeafLabelList"/>
    <dgm:cxn modelId="{6699E875-B1DB-47C3-9DB3-61946AFD75CB}" srcId="{3074F185-2420-4FAA-BDBB-A1FA69352657}" destId="{4DA5A57B-BD4A-41B8-8BE1-43C4C37AC1ED}" srcOrd="1" destOrd="0" parTransId="{890CA432-5909-4D96-A72F-9E5F2649F7CF}" sibTransId="{2653F734-86FF-408C-B782-D426A214A424}"/>
    <dgm:cxn modelId="{A8A6957D-8D4F-4FB8-B096-C521234AFE4B}" srcId="{3074F185-2420-4FAA-BDBB-A1FA69352657}" destId="{13B5C09D-2092-4636-BDD2-17013E7037A6}" srcOrd="2" destOrd="0" parTransId="{95437F5F-9E54-4C94-ACE1-AFD086089BD2}" sibTransId="{A1A57FA3-9035-4F44-BC6B-391BED6809DF}"/>
    <dgm:cxn modelId="{B6F18382-D295-4411-8F13-A03B1F33BE01}" type="presOf" srcId="{4DA5A57B-BD4A-41B8-8BE1-43C4C37AC1ED}" destId="{E2FD2C69-F24C-4C37-918A-52D2354C9D28}" srcOrd="0" destOrd="0" presId="urn:microsoft.com/office/officeart/2018/5/layout/IconLeafLabelList"/>
    <dgm:cxn modelId="{74151DDF-E5D5-46E2-AD31-E4ED37B6A5E2}" type="presOf" srcId="{015AFFA3-DE0F-40E3-9DFE-F6CA788C2049}" destId="{E0D4D666-6CFA-4782-94FD-712609D0BCA5}" srcOrd="0" destOrd="0" presId="urn:microsoft.com/office/officeart/2018/5/layout/IconLeafLabelList"/>
    <dgm:cxn modelId="{2F0C4BF2-0415-4900-9A21-3096FC58B308}" type="presOf" srcId="{13B5C09D-2092-4636-BDD2-17013E7037A6}" destId="{A865E145-0C28-4871-ADE6-815BA9FF8F1C}" srcOrd="0" destOrd="0" presId="urn:microsoft.com/office/officeart/2018/5/layout/IconLeafLabelList"/>
    <dgm:cxn modelId="{AFCA7FFA-2E99-4C15-AC89-597778DBDF40}" type="presParOf" srcId="{3494F051-FA5A-443E-A4D5-CC5E7D079D83}" destId="{78F30CD0-BEE8-44F1-BAE2-4F7CD3CA4275}" srcOrd="0" destOrd="0" presId="urn:microsoft.com/office/officeart/2018/5/layout/IconLeafLabelList"/>
    <dgm:cxn modelId="{1C49DC9A-B57B-4506-80AF-6267E2F768ED}" type="presParOf" srcId="{78F30CD0-BEE8-44F1-BAE2-4F7CD3CA4275}" destId="{F4C906D6-EE84-4B70-B5E6-784B81F75FBC}" srcOrd="0" destOrd="0" presId="urn:microsoft.com/office/officeart/2018/5/layout/IconLeafLabelList"/>
    <dgm:cxn modelId="{7B96956C-3A1F-4C3D-9280-8442C12E9B30}" type="presParOf" srcId="{78F30CD0-BEE8-44F1-BAE2-4F7CD3CA4275}" destId="{83E7C5E3-310B-4BA8-8A75-C4976ECD7669}" srcOrd="1" destOrd="0" presId="urn:microsoft.com/office/officeart/2018/5/layout/IconLeafLabelList"/>
    <dgm:cxn modelId="{59BF2DDB-BFB9-47E8-83BF-5FA767A118F6}" type="presParOf" srcId="{78F30CD0-BEE8-44F1-BAE2-4F7CD3CA4275}" destId="{34219BBC-B3CF-4E08-B7B1-D3F40729A755}" srcOrd="2" destOrd="0" presId="urn:microsoft.com/office/officeart/2018/5/layout/IconLeafLabelList"/>
    <dgm:cxn modelId="{E3DF4D28-CE79-45BB-8A56-E0C632A8DF9D}" type="presParOf" srcId="{78F30CD0-BEE8-44F1-BAE2-4F7CD3CA4275}" destId="{1693721B-5445-4FE2-94DC-717B6C928D6F}" srcOrd="3" destOrd="0" presId="urn:microsoft.com/office/officeart/2018/5/layout/IconLeafLabelList"/>
    <dgm:cxn modelId="{D2CF9ADE-8626-43F2-B928-D5CFC52C79AC}" type="presParOf" srcId="{3494F051-FA5A-443E-A4D5-CC5E7D079D83}" destId="{688DE8E6-0CC5-40CE-81A2-17DF62777935}" srcOrd="1" destOrd="0" presId="urn:microsoft.com/office/officeart/2018/5/layout/IconLeafLabelList"/>
    <dgm:cxn modelId="{22AE5462-FC3C-4D85-B51A-AB6177FF05D5}" type="presParOf" srcId="{3494F051-FA5A-443E-A4D5-CC5E7D079D83}" destId="{B1321553-A58E-4612-AC94-8CFE4EF02F23}" srcOrd="2" destOrd="0" presId="urn:microsoft.com/office/officeart/2018/5/layout/IconLeafLabelList"/>
    <dgm:cxn modelId="{79714201-6E34-4F10-A79A-D0B76549736A}" type="presParOf" srcId="{B1321553-A58E-4612-AC94-8CFE4EF02F23}" destId="{AEC7D6BC-1191-4BF7-BC8E-A7493BFA74FB}" srcOrd="0" destOrd="0" presId="urn:microsoft.com/office/officeart/2018/5/layout/IconLeafLabelList"/>
    <dgm:cxn modelId="{1AC58003-62C6-4FE7-BB3D-EA89961568B4}" type="presParOf" srcId="{B1321553-A58E-4612-AC94-8CFE4EF02F23}" destId="{2A75EA63-6D26-42A1-A2BC-4CEEB4B447CA}" srcOrd="1" destOrd="0" presId="urn:microsoft.com/office/officeart/2018/5/layout/IconLeafLabelList"/>
    <dgm:cxn modelId="{C1212AC3-8888-4900-9AF3-7B0B68C3593A}" type="presParOf" srcId="{B1321553-A58E-4612-AC94-8CFE4EF02F23}" destId="{103C08B7-DBC4-47C6-982A-2C042B105993}" srcOrd="2" destOrd="0" presId="urn:microsoft.com/office/officeart/2018/5/layout/IconLeafLabelList"/>
    <dgm:cxn modelId="{16413F1A-0E04-4AC5-A2C0-A1C16ACEF144}" type="presParOf" srcId="{B1321553-A58E-4612-AC94-8CFE4EF02F23}" destId="{E2FD2C69-F24C-4C37-918A-52D2354C9D28}" srcOrd="3" destOrd="0" presId="urn:microsoft.com/office/officeart/2018/5/layout/IconLeafLabelList"/>
    <dgm:cxn modelId="{AB9C161A-7638-4B4E-88E2-32B4A3431A31}" type="presParOf" srcId="{3494F051-FA5A-443E-A4D5-CC5E7D079D83}" destId="{A1B3EC1B-40F1-4519-8832-28C1DF100722}" srcOrd="3" destOrd="0" presId="urn:microsoft.com/office/officeart/2018/5/layout/IconLeafLabelList"/>
    <dgm:cxn modelId="{BC3E5A24-2CC3-42B8-A042-B649A53DB67E}" type="presParOf" srcId="{3494F051-FA5A-443E-A4D5-CC5E7D079D83}" destId="{02C873EA-F477-40BC-82C9-EEA16872345F}" srcOrd="4" destOrd="0" presId="urn:microsoft.com/office/officeart/2018/5/layout/IconLeafLabelList"/>
    <dgm:cxn modelId="{0350EF45-B013-45D0-8596-81A6D5E87C99}" type="presParOf" srcId="{02C873EA-F477-40BC-82C9-EEA16872345F}" destId="{E3D84C57-7F7F-4FBA-AF5B-8DE1EDCE0672}" srcOrd="0" destOrd="0" presId="urn:microsoft.com/office/officeart/2018/5/layout/IconLeafLabelList"/>
    <dgm:cxn modelId="{C463EA0B-3425-446D-A5B7-A44D94A52A74}" type="presParOf" srcId="{02C873EA-F477-40BC-82C9-EEA16872345F}" destId="{49E6BAA2-098E-47E3-8140-78D2EF9C43CC}" srcOrd="1" destOrd="0" presId="urn:microsoft.com/office/officeart/2018/5/layout/IconLeafLabelList"/>
    <dgm:cxn modelId="{DB08EBDC-F1B1-4B23-B76F-300FDD1E985D}" type="presParOf" srcId="{02C873EA-F477-40BC-82C9-EEA16872345F}" destId="{FBBC819B-66F0-4C99-9D51-D41743357396}" srcOrd="2" destOrd="0" presId="urn:microsoft.com/office/officeart/2018/5/layout/IconLeafLabelList"/>
    <dgm:cxn modelId="{71A7D9B0-82D3-4565-A800-49B8F72B371F}" type="presParOf" srcId="{02C873EA-F477-40BC-82C9-EEA16872345F}" destId="{A865E145-0C28-4871-ADE6-815BA9FF8F1C}" srcOrd="3" destOrd="0" presId="urn:microsoft.com/office/officeart/2018/5/layout/IconLeafLabelList"/>
    <dgm:cxn modelId="{0C37C625-5992-4982-8658-575B4A55D830}" type="presParOf" srcId="{3494F051-FA5A-443E-A4D5-CC5E7D079D83}" destId="{F95A084E-F632-4689-8F36-EE2A4B094B94}" srcOrd="5" destOrd="0" presId="urn:microsoft.com/office/officeart/2018/5/layout/IconLeafLabelList"/>
    <dgm:cxn modelId="{C3E0F6C5-6D18-4EB2-9ACC-F64677021EA5}" type="presParOf" srcId="{3494F051-FA5A-443E-A4D5-CC5E7D079D83}" destId="{6E2DAA08-E216-465C-8AC7-2B93994FE4E2}" srcOrd="6" destOrd="0" presId="urn:microsoft.com/office/officeart/2018/5/layout/IconLeafLabelList"/>
    <dgm:cxn modelId="{2963B9FB-5CEB-48E6-83B5-52EE4451A17F}" type="presParOf" srcId="{6E2DAA08-E216-465C-8AC7-2B93994FE4E2}" destId="{C9174901-6B5B-4CFD-8DCB-4119D0EB4445}" srcOrd="0" destOrd="0" presId="urn:microsoft.com/office/officeart/2018/5/layout/IconLeafLabelList"/>
    <dgm:cxn modelId="{6D9C7F9F-B05B-4918-BC5E-293B23928469}" type="presParOf" srcId="{6E2DAA08-E216-465C-8AC7-2B93994FE4E2}" destId="{FB4AAEA5-8E3F-4612-A109-22ADEC7FF5BB}" srcOrd="1" destOrd="0" presId="urn:microsoft.com/office/officeart/2018/5/layout/IconLeafLabelList"/>
    <dgm:cxn modelId="{6D11BBC4-FD97-49FE-B6CD-2A2DFBDEDB66}" type="presParOf" srcId="{6E2DAA08-E216-465C-8AC7-2B93994FE4E2}" destId="{0629CCF9-97BE-4C55-9542-D88327D82881}" srcOrd="2" destOrd="0" presId="urn:microsoft.com/office/officeart/2018/5/layout/IconLeafLabelList"/>
    <dgm:cxn modelId="{C1B93B2D-B681-4201-BF8C-F9A2764A6778}" type="presParOf" srcId="{6E2DAA08-E216-465C-8AC7-2B93994FE4E2}" destId="{64631F91-7978-4E14-A4F7-C906E63AF782}" srcOrd="3" destOrd="0" presId="urn:microsoft.com/office/officeart/2018/5/layout/IconLeafLabelList"/>
    <dgm:cxn modelId="{A8F783F4-9A14-48AB-9A18-D09EB099183C}" type="presParOf" srcId="{3494F051-FA5A-443E-A4D5-CC5E7D079D83}" destId="{9E0CB642-1AD5-4929-86F3-B7512367F92B}" srcOrd="7" destOrd="0" presId="urn:microsoft.com/office/officeart/2018/5/layout/IconLeafLabelList"/>
    <dgm:cxn modelId="{DDF6AD12-1CE4-4DE2-8803-C622CE5B2C17}" type="presParOf" srcId="{3494F051-FA5A-443E-A4D5-CC5E7D079D83}" destId="{AA02F415-0B82-418C-889F-486B5F701C1F}" srcOrd="8" destOrd="0" presId="urn:microsoft.com/office/officeart/2018/5/layout/IconLeafLabelList"/>
    <dgm:cxn modelId="{A4B123F9-7F1A-4795-816F-9E5D01A8200A}" type="presParOf" srcId="{AA02F415-0B82-418C-889F-486B5F701C1F}" destId="{9A27A0CC-0BEA-443E-9D7B-EEED70B766EE}" srcOrd="0" destOrd="0" presId="urn:microsoft.com/office/officeart/2018/5/layout/IconLeafLabelList"/>
    <dgm:cxn modelId="{71F97B7F-4A4A-4686-A87B-01AAA714E3D4}" type="presParOf" srcId="{AA02F415-0B82-418C-889F-486B5F701C1F}" destId="{CB326337-230B-46EE-BCDC-21D870C046CE}" srcOrd="1" destOrd="0" presId="urn:microsoft.com/office/officeart/2018/5/layout/IconLeafLabelList"/>
    <dgm:cxn modelId="{8996F479-5FC8-40A1-A679-EEF0CB116796}" type="presParOf" srcId="{AA02F415-0B82-418C-889F-486B5F701C1F}" destId="{BB83B0B6-586D-4021-8B8B-2AC9E5966490}" srcOrd="2" destOrd="0" presId="urn:microsoft.com/office/officeart/2018/5/layout/IconLeafLabelList"/>
    <dgm:cxn modelId="{2085716F-1434-4EF4-B266-E034694816D6}" type="presParOf" srcId="{AA02F415-0B82-418C-889F-486B5F701C1F}" destId="{21B0CD4A-7B9B-4D46-9D42-3715AA3F18D5}" srcOrd="3" destOrd="0" presId="urn:microsoft.com/office/officeart/2018/5/layout/IconLeafLabelList"/>
    <dgm:cxn modelId="{1A39ADE9-E5B6-4B45-90F8-6ADB2CA6E648}" type="presParOf" srcId="{3494F051-FA5A-443E-A4D5-CC5E7D079D83}" destId="{91E00C5E-26BF-4C0C-8487-1C9DBF9385A0}" srcOrd="9" destOrd="0" presId="urn:microsoft.com/office/officeart/2018/5/layout/IconLeafLabelList"/>
    <dgm:cxn modelId="{EF2376E8-126C-4A46-B26E-6AE7710069B7}" type="presParOf" srcId="{3494F051-FA5A-443E-A4D5-CC5E7D079D83}" destId="{A7666854-B363-40A2-A2D9-8523B1106FC0}" srcOrd="10" destOrd="0" presId="urn:microsoft.com/office/officeart/2018/5/layout/IconLeafLabelList"/>
    <dgm:cxn modelId="{A77A7F5E-5F56-47FA-B761-6CC959B8662C}" type="presParOf" srcId="{A7666854-B363-40A2-A2D9-8523B1106FC0}" destId="{8F79287B-D5F5-4C5D-9F59-E0DD154A65B2}" srcOrd="0" destOrd="0" presId="urn:microsoft.com/office/officeart/2018/5/layout/IconLeafLabelList"/>
    <dgm:cxn modelId="{B3602BA9-845F-4C34-9852-4384C71A6BF2}" type="presParOf" srcId="{A7666854-B363-40A2-A2D9-8523B1106FC0}" destId="{8A4AC6F8-2814-46B6-9014-88227E688321}" srcOrd="1" destOrd="0" presId="urn:microsoft.com/office/officeart/2018/5/layout/IconLeafLabelList"/>
    <dgm:cxn modelId="{6F3A4654-90C6-420B-A301-CC3D00162ABD}" type="presParOf" srcId="{A7666854-B363-40A2-A2D9-8523B1106FC0}" destId="{0C5F895E-E2F3-4689-8B89-A99AA66C8607}" srcOrd="2" destOrd="0" presId="urn:microsoft.com/office/officeart/2018/5/layout/IconLeafLabelList"/>
    <dgm:cxn modelId="{D83184C5-2D30-4E81-ABCB-ECCCA4E1DEC9}" type="presParOf" srcId="{A7666854-B363-40A2-A2D9-8523B1106FC0}" destId="{E0D4D666-6CFA-4782-94FD-712609D0BCA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0971B4-66B4-4E09-A792-D5A179DD1C8C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771563A-00D3-4773-8BCE-8907593ABD78}">
      <dgm:prSet/>
      <dgm:spPr/>
      <dgm:t>
        <a:bodyPr/>
        <a:lstStyle/>
        <a:p>
          <a:r>
            <a:rPr lang="en-US"/>
            <a:t>Linear Regression</a:t>
          </a:r>
        </a:p>
      </dgm:t>
    </dgm:pt>
    <dgm:pt modelId="{347EAB04-6296-4179-AC72-884443EDEECA}" type="parTrans" cxnId="{766F9924-14FD-47ED-B43A-8CBB52357917}">
      <dgm:prSet/>
      <dgm:spPr/>
      <dgm:t>
        <a:bodyPr/>
        <a:lstStyle/>
        <a:p>
          <a:endParaRPr lang="en-US"/>
        </a:p>
      </dgm:t>
    </dgm:pt>
    <dgm:pt modelId="{CC78576A-E116-4995-AB6E-930B2A83D46F}" type="sibTrans" cxnId="{766F9924-14FD-47ED-B43A-8CBB52357917}">
      <dgm:prSet/>
      <dgm:spPr/>
      <dgm:t>
        <a:bodyPr/>
        <a:lstStyle/>
        <a:p>
          <a:endParaRPr lang="en-US"/>
        </a:p>
      </dgm:t>
    </dgm:pt>
    <dgm:pt modelId="{31090D3E-5073-46F7-8EA0-F1FE4FC24F77}">
      <dgm:prSet/>
      <dgm:spPr/>
      <dgm:t>
        <a:bodyPr/>
        <a:lstStyle/>
        <a:p>
          <a:r>
            <a:rPr lang="en-US"/>
            <a:t>DecisionTree</a:t>
          </a:r>
        </a:p>
      </dgm:t>
    </dgm:pt>
    <dgm:pt modelId="{DE96DFC5-12BC-4915-BABB-F3D9179ECA3F}" type="parTrans" cxnId="{F0E6D444-182D-4391-BE99-D34378D2615F}">
      <dgm:prSet/>
      <dgm:spPr/>
      <dgm:t>
        <a:bodyPr/>
        <a:lstStyle/>
        <a:p>
          <a:endParaRPr lang="en-US"/>
        </a:p>
      </dgm:t>
    </dgm:pt>
    <dgm:pt modelId="{62C81A85-03B6-45E5-AB0D-643462F3C5FA}" type="sibTrans" cxnId="{F0E6D444-182D-4391-BE99-D34378D2615F}">
      <dgm:prSet/>
      <dgm:spPr/>
      <dgm:t>
        <a:bodyPr/>
        <a:lstStyle/>
        <a:p>
          <a:endParaRPr lang="en-US"/>
        </a:p>
      </dgm:t>
    </dgm:pt>
    <dgm:pt modelId="{631A0963-FE47-44D7-8D03-479C404BF263}" type="pres">
      <dgm:prSet presAssocID="{D70971B4-66B4-4E09-A792-D5A179DD1C8C}" presName="linear" presStyleCnt="0">
        <dgm:presLayoutVars>
          <dgm:dir/>
          <dgm:animLvl val="lvl"/>
          <dgm:resizeHandles val="exact"/>
        </dgm:presLayoutVars>
      </dgm:prSet>
      <dgm:spPr/>
    </dgm:pt>
    <dgm:pt modelId="{B6895D46-A01F-423D-B5B5-F6492F087486}" type="pres">
      <dgm:prSet presAssocID="{2771563A-00D3-4773-8BCE-8907593ABD78}" presName="parentLin" presStyleCnt="0"/>
      <dgm:spPr/>
    </dgm:pt>
    <dgm:pt modelId="{ECE56F02-BD82-4073-9467-AEB2C5BE0EA0}" type="pres">
      <dgm:prSet presAssocID="{2771563A-00D3-4773-8BCE-8907593ABD78}" presName="parentLeftMargin" presStyleLbl="node1" presStyleIdx="0" presStyleCnt="2"/>
      <dgm:spPr/>
    </dgm:pt>
    <dgm:pt modelId="{DE9C5D74-5F25-4B54-AE72-44ACC89D6DD9}" type="pres">
      <dgm:prSet presAssocID="{2771563A-00D3-4773-8BCE-8907593ABD7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EE99404-2004-415F-8832-86AA24188E2C}" type="pres">
      <dgm:prSet presAssocID="{2771563A-00D3-4773-8BCE-8907593ABD78}" presName="negativeSpace" presStyleCnt="0"/>
      <dgm:spPr/>
    </dgm:pt>
    <dgm:pt modelId="{A7E408BA-D69D-4A0E-908E-7ABA1FDE65B8}" type="pres">
      <dgm:prSet presAssocID="{2771563A-00D3-4773-8BCE-8907593ABD78}" presName="childText" presStyleLbl="conFgAcc1" presStyleIdx="0" presStyleCnt="2">
        <dgm:presLayoutVars>
          <dgm:bulletEnabled val="1"/>
        </dgm:presLayoutVars>
      </dgm:prSet>
      <dgm:spPr/>
    </dgm:pt>
    <dgm:pt modelId="{6F1BE156-20D3-4149-8DFB-878192B6BA9F}" type="pres">
      <dgm:prSet presAssocID="{CC78576A-E116-4995-AB6E-930B2A83D46F}" presName="spaceBetweenRectangles" presStyleCnt="0"/>
      <dgm:spPr/>
    </dgm:pt>
    <dgm:pt modelId="{CF4C2BEA-5CC2-4CDD-9569-E4F40EA2BE4B}" type="pres">
      <dgm:prSet presAssocID="{31090D3E-5073-46F7-8EA0-F1FE4FC24F77}" presName="parentLin" presStyleCnt="0"/>
      <dgm:spPr/>
    </dgm:pt>
    <dgm:pt modelId="{9305F26A-6C28-4EB4-A543-EE2B0DC623D2}" type="pres">
      <dgm:prSet presAssocID="{31090D3E-5073-46F7-8EA0-F1FE4FC24F77}" presName="parentLeftMargin" presStyleLbl="node1" presStyleIdx="0" presStyleCnt="2"/>
      <dgm:spPr/>
    </dgm:pt>
    <dgm:pt modelId="{820B7272-718A-42BF-B026-6236F5529B5C}" type="pres">
      <dgm:prSet presAssocID="{31090D3E-5073-46F7-8EA0-F1FE4FC24F7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C12D706-F350-4069-AE4C-02E289FDACEB}" type="pres">
      <dgm:prSet presAssocID="{31090D3E-5073-46F7-8EA0-F1FE4FC24F77}" presName="negativeSpace" presStyleCnt="0"/>
      <dgm:spPr/>
    </dgm:pt>
    <dgm:pt modelId="{A0167CA6-2328-4BAE-8B3C-ABFB1660C67C}" type="pres">
      <dgm:prSet presAssocID="{31090D3E-5073-46F7-8EA0-F1FE4FC24F7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AA74624-2070-41AF-8AA1-D2331FB55297}" type="presOf" srcId="{D70971B4-66B4-4E09-A792-D5A179DD1C8C}" destId="{631A0963-FE47-44D7-8D03-479C404BF263}" srcOrd="0" destOrd="0" presId="urn:microsoft.com/office/officeart/2005/8/layout/list1"/>
    <dgm:cxn modelId="{766F9924-14FD-47ED-B43A-8CBB52357917}" srcId="{D70971B4-66B4-4E09-A792-D5A179DD1C8C}" destId="{2771563A-00D3-4773-8BCE-8907593ABD78}" srcOrd="0" destOrd="0" parTransId="{347EAB04-6296-4179-AC72-884443EDEECA}" sibTransId="{CC78576A-E116-4995-AB6E-930B2A83D46F}"/>
    <dgm:cxn modelId="{F0E6D444-182D-4391-BE99-D34378D2615F}" srcId="{D70971B4-66B4-4E09-A792-D5A179DD1C8C}" destId="{31090D3E-5073-46F7-8EA0-F1FE4FC24F77}" srcOrd="1" destOrd="0" parTransId="{DE96DFC5-12BC-4915-BABB-F3D9179ECA3F}" sibTransId="{62C81A85-03B6-45E5-AB0D-643462F3C5FA}"/>
    <dgm:cxn modelId="{0688CB47-7649-4C85-A4C1-C0C42B771192}" type="presOf" srcId="{2771563A-00D3-4773-8BCE-8907593ABD78}" destId="{ECE56F02-BD82-4073-9467-AEB2C5BE0EA0}" srcOrd="0" destOrd="0" presId="urn:microsoft.com/office/officeart/2005/8/layout/list1"/>
    <dgm:cxn modelId="{E9E55785-1DD5-4824-88FB-D51D99111F78}" type="presOf" srcId="{31090D3E-5073-46F7-8EA0-F1FE4FC24F77}" destId="{820B7272-718A-42BF-B026-6236F5529B5C}" srcOrd="1" destOrd="0" presId="urn:microsoft.com/office/officeart/2005/8/layout/list1"/>
    <dgm:cxn modelId="{4DAC03A6-3E26-4605-B557-3D20C78869CE}" type="presOf" srcId="{31090D3E-5073-46F7-8EA0-F1FE4FC24F77}" destId="{9305F26A-6C28-4EB4-A543-EE2B0DC623D2}" srcOrd="0" destOrd="0" presId="urn:microsoft.com/office/officeart/2005/8/layout/list1"/>
    <dgm:cxn modelId="{CE5D3CB0-2AD9-4AD1-8913-F95DF5B87201}" type="presOf" srcId="{2771563A-00D3-4773-8BCE-8907593ABD78}" destId="{DE9C5D74-5F25-4B54-AE72-44ACC89D6DD9}" srcOrd="1" destOrd="0" presId="urn:microsoft.com/office/officeart/2005/8/layout/list1"/>
    <dgm:cxn modelId="{2F451E8C-D2D6-40F9-A118-ACE7E343630A}" type="presParOf" srcId="{631A0963-FE47-44D7-8D03-479C404BF263}" destId="{B6895D46-A01F-423D-B5B5-F6492F087486}" srcOrd="0" destOrd="0" presId="urn:microsoft.com/office/officeart/2005/8/layout/list1"/>
    <dgm:cxn modelId="{25D9614B-E06D-412D-852D-C8C2E999A674}" type="presParOf" srcId="{B6895D46-A01F-423D-B5B5-F6492F087486}" destId="{ECE56F02-BD82-4073-9467-AEB2C5BE0EA0}" srcOrd="0" destOrd="0" presId="urn:microsoft.com/office/officeart/2005/8/layout/list1"/>
    <dgm:cxn modelId="{F7DE873B-5679-4691-9CA2-D2E71FBAE594}" type="presParOf" srcId="{B6895D46-A01F-423D-B5B5-F6492F087486}" destId="{DE9C5D74-5F25-4B54-AE72-44ACC89D6DD9}" srcOrd="1" destOrd="0" presId="urn:microsoft.com/office/officeart/2005/8/layout/list1"/>
    <dgm:cxn modelId="{667EB262-3BF6-4E76-A682-73EB2ADBECAA}" type="presParOf" srcId="{631A0963-FE47-44D7-8D03-479C404BF263}" destId="{2EE99404-2004-415F-8832-86AA24188E2C}" srcOrd="1" destOrd="0" presId="urn:microsoft.com/office/officeart/2005/8/layout/list1"/>
    <dgm:cxn modelId="{30446EED-3439-4FDD-AA7E-29FE7B03DC97}" type="presParOf" srcId="{631A0963-FE47-44D7-8D03-479C404BF263}" destId="{A7E408BA-D69D-4A0E-908E-7ABA1FDE65B8}" srcOrd="2" destOrd="0" presId="urn:microsoft.com/office/officeart/2005/8/layout/list1"/>
    <dgm:cxn modelId="{F28E6C0B-EA56-4539-A5E9-328BBCB5E72A}" type="presParOf" srcId="{631A0963-FE47-44D7-8D03-479C404BF263}" destId="{6F1BE156-20D3-4149-8DFB-878192B6BA9F}" srcOrd="3" destOrd="0" presId="urn:microsoft.com/office/officeart/2005/8/layout/list1"/>
    <dgm:cxn modelId="{95020D47-4DF1-4E65-A138-69289C96AC67}" type="presParOf" srcId="{631A0963-FE47-44D7-8D03-479C404BF263}" destId="{CF4C2BEA-5CC2-4CDD-9569-E4F40EA2BE4B}" srcOrd="4" destOrd="0" presId="urn:microsoft.com/office/officeart/2005/8/layout/list1"/>
    <dgm:cxn modelId="{FBDABD66-4BEE-4BC2-87FB-3C524E921D47}" type="presParOf" srcId="{CF4C2BEA-5CC2-4CDD-9569-E4F40EA2BE4B}" destId="{9305F26A-6C28-4EB4-A543-EE2B0DC623D2}" srcOrd="0" destOrd="0" presId="urn:microsoft.com/office/officeart/2005/8/layout/list1"/>
    <dgm:cxn modelId="{F3811546-9410-4064-A0E4-87B4D44E6710}" type="presParOf" srcId="{CF4C2BEA-5CC2-4CDD-9569-E4F40EA2BE4B}" destId="{820B7272-718A-42BF-B026-6236F5529B5C}" srcOrd="1" destOrd="0" presId="urn:microsoft.com/office/officeart/2005/8/layout/list1"/>
    <dgm:cxn modelId="{D541EFDF-8A84-4A97-AB86-CACF04EFF330}" type="presParOf" srcId="{631A0963-FE47-44D7-8D03-479C404BF263}" destId="{8C12D706-F350-4069-AE4C-02E289FDACEB}" srcOrd="5" destOrd="0" presId="urn:microsoft.com/office/officeart/2005/8/layout/list1"/>
    <dgm:cxn modelId="{F272268D-865B-41FB-A7CF-9D058542D12A}" type="presParOf" srcId="{631A0963-FE47-44D7-8D03-479C404BF263}" destId="{A0167CA6-2328-4BAE-8B3C-ABFB1660C67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DF7335-C7A4-4645-8806-8BD18313B69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0F64CDB-EB9C-4EC8-8678-A0947C5E62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Strengths:</a:t>
          </a:r>
        </a:p>
      </dgm:t>
    </dgm:pt>
    <dgm:pt modelId="{49104FD6-96FD-42AF-A8B2-42F80601A16D}" type="parTrans" cxnId="{517C965A-0B59-4B0B-9DE3-3C6461605570}">
      <dgm:prSet/>
      <dgm:spPr/>
      <dgm:t>
        <a:bodyPr/>
        <a:lstStyle/>
        <a:p>
          <a:endParaRPr lang="en-US"/>
        </a:p>
      </dgm:t>
    </dgm:pt>
    <dgm:pt modelId="{AD325F5A-58CF-4E34-9EDE-158C1021ABB3}" type="sibTrans" cxnId="{517C965A-0B59-4B0B-9DE3-3C6461605570}">
      <dgm:prSet/>
      <dgm:spPr/>
      <dgm:t>
        <a:bodyPr/>
        <a:lstStyle/>
        <a:p>
          <a:endParaRPr lang="en-US"/>
        </a:p>
      </dgm:t>
    </dgm:pt>
    <dgm:pt modelId="{D537491A-A82A-4353-A870-7C81A5BAFE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Fast</a:t>
          </a:r>
        </a:p>
      </dgm:t>
    </dgm:pt>
    <dgm:pt modelId="{1F76A482-D8A1-4AF7-B830-C4389B7E6806}" type="parTrans" cxnId="{47DCE06F-6C8F-4184-A094-7AE8C84BFCD1}">
      <dgm:prSet/>
      <dgm:spPr/>
      <dgm:t>
        <a:bodyPr/>
        <a:lstStyle/>
        <a:p>
          <a:endParaRPr lang="en-US"/>
        </a:p>
      </dgm:t>
    </dgm:pt>
    <dgm:pt modelId="{623FDD96-3183-4964-AE2B-10E4AEDA060A}" type="sibTrans" cxnId="{47DCE06F-6C8F-4184-A094-7AE8C84BFCD1}">
      <dgm:prSet/>
      <dgm:spPr/>
      <dgm:t>
        <a:bodyPr/>
        <a:lstStyle/>
        <a:p>
          <a:endParaRPr lang="en-US"/>
        </a:p>
      </dgm:t>
    </dgm:pt>
    <dgm:pt modelId="{56442CB2-5B33-43B2-93C6-869B7C28BD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Easy interpretation</a:t>
          </a:r>
        </a:p>
      </dgm:t>
    </dgm:pt>
    <dgm:pt modelId="{F6112B52-C0D6-4DFF-B401-615984BA0AF6}" type="parTrans" cxnId="{15047425-14C4-47DA-95FF-7A1300C6CA7C}">
      <dgm:prSet/>
      <dgm:spPr/>
      <dgm:t>
        <a:bodyPr/>
        <a:lstStyle/>
        <a:p>
          <a:endParaRPr lang="en-US"/>
        </a:p>
      </dgm:t>
    </dgm:pt>
    <dgm:pt modelId="{4316F9D8-FA00-49F3-8A97-EF5B4B46B2C2}" type="sibTrans" cxnId="{15047425-14C4-47DA-95FF-7A1300C6CA7C}">
      <dgm:prSet/>
      <dgm:spPr/>
      <dgm:t>
        <a:bodyPr/>
        <a:lstStyle/>
        <a:p>
          <a:endParaRPr lang="en-US"/>
        </a:p>
      </dgm:t>
    </dgm:pt>
    <dgm:pt modelId="{D0D1FE2E-B662-403C-A1A5-C0C01D651D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Weaknesses:</a:t>
          </a:r>
        </a:p>
      </dgm:t>
    </dgm:pt>
    <dgm:pt modelId="{7D14A8A6-4AF1-43AB-A30C-18E1B50A48EB}" type="parTrans" cxnId="{6B173EEE-69EA-45A4-BF0E-8F34A742C5A1}">
      <dgm:prSet/>
      <dgm:spPr/>
      <dgm:t>
        <a:bodyPr/>
        <a:lstStyle/>
        <a:p>
          <a:endParaRPr lang="en-US"/>
        </a:p>
      </dgm:t>
    </dgm:pt>
    <dgm:pt modelId="{E41333B7-D645-48F8-99D2-8FE1DB99EBB8}" type="sibTrans" cxnId="{6B173EEE-69EA-45A4-BF0E-8F34A742C5A1}">
      <dgm:prSet/>
      <dgm:spPr/>
      <dgm:t>
        <a:bodyPr/>
        <a:lstStyle/>
        <a:p>
          <a:endParaRPr lang="en-US"/>
        </a:p>
      </dgm:t>
    </dgm:pt>
    <dgm:pt modelId="{17E066D5-F1A9-42C1-8CA2-2DBE6D9D05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Struggles when the relationship is not linear but, for example, exponential</a:t>
          </a:r>
        </a:p>
      </dgm:t>
    </dgm:pt>
    <dgm:pt modelId="{0B825399-8828-4924-AB26-1A3581BB4D59}" type="parTrans" cxnId="{F21E31D4-0659-425D-8923-70C56E9B1889}">
      <dgm:prSet/>
      <dgm:spPr/>
      <dgm:t>
        <a:bodyPr/>
        <a:lstStyle/>
        <a:p>
          <a:endParaRPr lang="en-US"/>
        </a:p>
      </dgm:t>
    </dgm:pt>
    <dgm:pt modelId="{B7B844E7-4659-4FD7-BA5A-6FA112CA0C11}" type="sibTrans" cxnId="{F21E31D4-0659-425D-8923-70C56E9B1889}">
      <dgm:prSet/>
      <dgm:spPr/>
      <dgm:t>
        <a:bodyPr/>
        <a:lstStyle/>
        <a:p>
          <a:endParaRPr lang="en-US"/>
        </a:p>
      </dgm:t>
    </dgm:pt>
    <dgm:pt modelId="{6340B55B-B734-4550-ABD8-36929A759A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Very sensitive to outliers</a:t>
          </a:r>
        </a:p>
      </dgm:t>
    </dgm:pt>
    <dgm:pt modelId="{C3203D79-DD5A-4F0D-B781-52695039C05E}" type="parTrans" cxnId="{58D13F52-145A-41DB-9115-C7F29EE06EA4}">
      <dgm:prSet/>
      <dgm:spPr/>
      <dgm:t>
        <a:bodyPr/>
        <a:lstStyle/>
        <a:p>
          <a:endParaRPr lang="en-US"/>
        </a:p>
      </dgm:t>
    </dgm:pt>
    <dgm:pt modelId="{D22AE554-3B29-4086-B5DA-15B72ABC0B8F}" type="sibTrans" cxnId="{58D13F52-145A-41DB-9115-C7F29EE06EA4}">
      <dgm:prSet/>
      <dgm:spPr/>
      <dgm:t>
        <a:bodyPr/>
        <a:lstStyle/>
        <a:p>
          <a:endParaRPr lang="en-US"/>
        </a:p>
      </dgm:t>
    </dgm:pt>
    <dgm:pt modelId="{88EE8DAA-0E6B-4408-B855-F9B2E3589CCA}" type="pres">
      <dgm:prSet presAssocID="{72DF7335-C7A4-4645-8806-8BD18313B694}" presName="Name0" presStyleCnt="0">
        <dgm:presLayoutVars>
          <dgm:dir/>
          <dgm:animLvl val="lvl"/>
          <dgm:resizeHandles val="exact"/>
        </dgm:presLayoutVars>
      </dgm:prSet>
      <dgm:spPr/>
    </dgm:pt>
    <dgm:pt modelId="{E60668A3-039F-4BFF-A468-299BF6656E2D}" type="pres">
      <dgm:prSet presAssocID="{A0F64CDB-EB9C-4EC8-8678-A0947C5E6223}" presName="composite" presStyleCnt="0"/>
      <dgm:spPr/>
    </dgm:pt>
    <dgm:pt modelId="{F730DCDF-BBFC-4279-8281-2E563CCFC3FB}" type="pres">
      <dgm:prSet presAssocID="{A0F64CDB-EB9C-4EC8-8678-A0947C5E622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D978F6-1FF6-43B3-B98A-18EE20995EEA}" type="pres">
      <dgm:prSet presAssocID="{A0F64CDB-EB9C-4EC8-8678-A0947C5E6223}" presName="desTx" presStyleLbl="alignAccFollowNode1" presStyleIdx="0" presStyleCnt="2">
        <dgm:presLayoutVars>
          <dgm:bulletEnabled val="1"/>
        </dgm:presLayoutVars>
      </dgm:prSet>
      <dgm:spPr/>
    </dgm:pt>
    <dgm:pt modelId="{92A289B1-D6E5-4E09-95BA-4F769A90B957}" type="pres">
      <dgm:prSet presAssocID="{AD325F5A-58CF-4E34-9EDE-158C1021ABB3}" presName="space" presStyleCnt="0"/>
      <dgm:spPr/>
    </dgm:pt>
    <dgm:pt modelId="{726649A6-22F6-45A4-929F-672229DAE6B6}" type="pres">
      <dgm:prSet presAssocID="{D0D1FE2E-B662-403C-A1A5-C0C01D651DD9}" presName="composite" presStyleCnt="0"/>
      <dgm:spPr/>
    </dgm:pt>
    <dgm:pt modelId="{6280DF39-AE44-4939-8532-0AF0602B67F6}" type="pres">
      <dgm:prSet presAssocID="{D0D1FE2E-B662-403C-A1A5-C0C01D651DD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9C03ED6-057F-4CD8-BFAD-F1461CA20581}" type="pres">
      <dgm:prSet presAssocID="{D0D1FE2E-B662-403C-A1A5-C0C01D651DD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5047425-14C4-47DA-95FF-7A1300C6CA7C}" srcId="{A0F64CDB-EB9C-4EC8-8678-A0947C5E6223}" destId="{56442CB2-5B33-43B2-93C6-869B7C28BD8F}" srcOrd="1" destOrd="0" parTransId="{F6112B52-C0D6-4DFF-B401-615984BA0AF6}" sibTransId="{4316F9D8-FA00-49F3-8A97-EF5B4B46B2C2}"/>
    <dgm:cxn modelId="{CB1F744D-8113-4697-A4EA-CA1FE470DB95}" type="presOf" srcId="{56442CB2-5B33-43B2-93C6-869B7C28BD8F}" destId="{94D978F6-1FF6-43B3-B98A-18EE20995EEA}" srcOrd="0" destOrd="1" presId="urn:microsoft.com/office/officeart/2005/8/layout/hList1"/>
    <dgm:cxn modelId="{47DCE06F-6C8F-4184-A094-7AE8C84BFCD1}" srcId="{A0F64CDB-EB9C-4EC8-8678-A0947C5E6223}" destId="{D537491A-A82A-4353-A870-7C81A5BAFE73}" srcOrd="0" destOrd="0" parTransId="{1F76A482-D8A1-4AF7-B830-C4389B7E6806}" sibTransId="{623FDD96-3183-4964-AE2B-10E4AEDA060A}"/>
    <dgm:cxn modelId="{58D13F52-145A-41DB-9115-C7F29EE06EA4}" srcId="{D0D1FE2E-B662-403C-A1A5-C0C01D651DD9}" destId="{6340B55B-B734-4550-ABD8-36929A759A67}" srcOrd="1" destOrd="0" parTransId="{C3203D79-DD5A-4F0D-B781-52695039C05E}" sibTransId="{D22AE554-3B29-4086-B5DA-15B72ABC0B8F}"/>
    <dgm:cxn modelId="{78320854-97A5-4CE9-AFFF-E2BB1D8D51C9}" type="presOf" srcId="{D0D1FE2E-B662-403C-A1A5-C0C01D651DD9}" destId="{6280DF39-AE44-4939-8532-0AF0602B67F6}" srcOrd="0" destOrd="0" presId="urn:microsoft.com/office/officeart/2005/8/layout/hList1"/>
    <dgm:cxn modelId="{90D89958-B9FD-4A8B-A2B2-2E6DAAE41411}" type="presOf" srcId="{6340B55B-B734-4550-ABD8-36929A759A67}" destId="{19C03ED6-057F-4CD8-BFAD-F1461CA20581}" srcOrd="0" destOrd="1" presId="urn:microsoft.com/office/officeart/2005/8/layout/hList1"/>
    <dgm:cxn modelId="{517C965A-0B59-4B0B-9DE3-3C6461605570}" srcId="{72DF7335-C7A4-4645-8806-8BD18313B694}" destId="{A0F64CDB-EB9C-4EC8-8678-A0947C5E6223}" srcOrd="0" destOrd="0" parTransId="{49104FD6-96FD-42AF-A8B2-42F80601A16D}" sibTransId="{AD325F5A-58CF-4E34-9EDE-158C1021ABB3}"/>
    <dgm:cxn modelId="{208F8F91-B8BF-46CC-A40C-45A454A7C829}" type="presOf" srcId="{17E066D5-F1A9-42C1-8CA2-2DBE6D9D05FB}" destId="{19C03ED6-057F-4CD8-BFAD-F1461CA20581}" srcOrd="0" destOrd="0" presId="urn:microsoft.com/office/officeart/2005/8/layout/hList1"/>
    <dgm:cxn modelId="{6EC596A8-92D4-4C2F-BCC9-A04846373EFF}" type="presOf" srcId="{72DF7335-C7A4-4645-8806-8BD18313B694}" destId="{88EE8DAA-0E6B-4408-B855-F9B2E3589CCA}" srcOrd="0" destOrd="0" presId="urn:microsoft.com/office/officeart/2005/8/layout/hList1"/>
    <dgm:cxn modelId="{C4E775AF-6D69-4A4B-A510-C25CABF0A5DE}" type="presOf" srcId="{A0F64CDB-EB9C-4EC8-8678-A0947C5E6223}" destId="{F730DCDF-BBFC-4279-8281-2E563CCFC3FB}" srcOrd="0" destOrd="0" presId="urn:microsoft.com/office/officeart/2005/8/layout/hList1"/>
    <dgm:cxn modelId="{9973DECD-D377-4274-9C7F-AEA7DF46F9C9}" type="presOf" srcId="{D537491A-A82A-4353-A870-7C81A5BAFE73}" destId="{94D978F6-1FF6-43B3-B98A-18EE20995EEA}" srcOrd="0" destOrd="0" presId="urn:microsoft.com/office/officeart/2005/8/layout/hList1"/>
    <dgm:cxn modelId="{F21E31D4-0659-425D-8923-70C56E9B1889}" srcId="{D0D1FE2E-B662-403C-A1A5-C0C01D651DD9}" destId="{17E066D5-F1A9-42C1-8CA2-2DBE6D9D05FB}" srcOrd="0" destOrd="0" parTransId="{0B825399-8828-4924-AB26-1A3581BB4D59}" sibTransId="{B7B844E7-4659-4FD7-BA5A-6FA112CA0C11}"/>
    <dgm:cxn modelId="{6B173EEE-69EA-45A4-BF0E-8F34A742C5A1}" srcId="{72DF7335-C7A4-4645-8806-8BD18313B694}" destId="{D0D1FE2E-B662-403C-A1A5-C0C01D651DD9}" srcOrd="1" destOrd="0" parTransId="{7D14A8A6-4AF1-43AB-A30C-18E1B50A48EB}" sibTransId="{E41333B7-D645-48F8-99D2-8FE1DB99EBB8}"/>
    <dgm:cxn modelId="{47FA0422-1E02-4736-840D-66CD52761C48}" type="presParOf" srcId="{88EE8DAA-0E6B-4408-B855-F9B2E3589CCA}" destId="{E60668A3-039F-4BFF-A468-299BF6656E2D}" srcOrd="0" destOrd="0" presId="urn:microsoft.com/office/officeart/2005/8/layout/hList1"/>
    <dgm:cxn modelId="{B6A382F1-BC99-4020-8244-F2AA865C9EC4}" type="presParOf" srcId="{E60668A3-039F-4BFF-A468-299BF6656E2D}" destId="{F730DCDF-BBFC-4279-8281-2E563CCFC3FB}" srcOrd="0" destOrd="0" presId="urn:microsoft.com/office/officeart/2005/8/layout/hList1"/>
    <dgm:cxn modelId="{F2438EA0-1EF4-422E-9215-1AADA247EF7A}" type="presParOf" srcId="{E60668A3-039F-4BFF-A468-299BF6656E2D}" destId="{94D978F6-1FF6-43B3-B98A-18EE20995EEA}" srcOrd="1" destOrd="0" presId="urn:microsoft.com/office/officeart/2005/8/layout/hList1"/>
    <dgm:cxn modelId="{D9BADECA-3EBB-4293-A345-C526DF406BAE}" type="presParOf" srcId="{88EE8DAA-0E6B-4408-B855-F9B2E3589CCA}" destId="{92A289B1-D6E5-4E09-95BA-4F769A90B957}" srcOrd="1" destOrd="0" presId="urn:microsoft.com/office/officeart/2005/8/layout/hList1"/>
    <dgm:cxn modelId="{052743FD-FA90-48E4-8D17-7DF0C3BE5874}" type="presParOf" srcId="{88EE8DAA-0E6B-4408-B855-F9B2E3589CCA}" destId="{726649A6-22F6-45A4-929F-672229DAE6B6}" srcOrd="2" destOrd="0" presId="urn:microsoft.com/office/officeart/2005/8/layout/hList1"/>
    <dgm:cxn modelId="{F49DB0CA-9010-4527-A025-D076BCC7FE9D}" type="presParOf" srcId="{726649A6-22F6-45A4-929F-672229DAE6B6}" destId="{6280DF39-AE44-4939-8532-0AF0602B67F6}" srcOrd="0" destOrd="0" presId="urn:microsoft.com/office/officeart/2005/8/layout/hList1"/>
    <dgm:cxn modelId="{2FE7F5FB-7C36-4FAA-9167-A7EB427B6330}" type="presParOf" srcId="{726649A6-22F6-45A4-929F-672229DAE6B6}" destId="{19C03ED6-057F-4CD8-BFAD-F1461CA2058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17D782A-EF7C-4D71-B72B-EE733170AE22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5226F7-D8FA-4309-8330-0221B833218C}">
      <dgm:prSet/>
      <dgm:spPr/>
      <dgm:t>
        <a:bodyPr/>
        <a:lstStyle/>
        <a:p>
          <a:r>
            <a:rPr lang="en-US"/>
            <a:t>Strengths:</a:t>
          </a:r>
        </a:p>
      </dgm:t>
    </dgm:pt>
    <dgm:pt modelId="{8CD39871-2CA2-40B5-905B-4B009F2F7B7E}" type="parTrans" cxnId="{83D8C42C-FB8A-4C0A-B4E5-7CB8F9E6A72A}">
      <dgm:prSet/>
      <dgm:spPr/>
      <dgm:t>
        <a:bodyPr/>
        <a:lstStyle/>
        <a:p>
          <a:endParaRPr lang="en-US"/>
        </a:p>
      </dgm:t>
    </dgm:pt>
    <dgm:pt modelId="{BE328D92-661F-470C-AA77-CDB692898E59}" type="sibTrans" cxnId="{83D8C42C-FB8A-4C0A-B4E5-7CB8F9E6A72A}">
      <dgm:prSet/>
      <dgm:spPr/>
      <dgm:t>
        <a:bodyPr/>
        <a:lstStyle/>
        <a:p>
          <a:endParaRPr lang="en-US"/>
        </a:p>
      </dgm:t>
    </dgm:pt>
    <dgm:pt modelId="{F5B77189-9D8E-4E0D-B959-D68425A28ACD}">
      <dgm:prSet/>
      <dgm:spPr/>
      <dgm:t>
        <a:bodyPr/>
        <a:lstStyle/>
        <a:p>
          <a:r>
            <a:rPr lang="en-US"/>
            <a:t>Can handle exponential relationships, unlike linear regression</a:t>
          </a:r>
        </a:p>
      </dgm:t>
    </dgm:pt>
    <dgm:pt modelId="{D63E7EE6-BB66-4CEC-B740-C9DF71404CD3}" type="parTrans" cxnId="{ECEFC955-5A3B-446C-A926-117BDFEA468C}">
      <dgm:prSet/>
      <dgm:spPr/>
      <dgm:t>
        <a:bodyPr/>
        <a:lstStyle/>
        <a:p>
          <a:endParaRPr lang="en-US"/>
        </a:p>
      </dgm:t>
    </dgm:pt>
    <dgm:pt modelId="{8768207D-C83F-4E49-B476-70358BF52B09}" type="sibTrans" cxnId="{ECEFC955-5A3B-446C-A926-117BDFEA468C}">
      <dgm:prSet/>
      <dgm:spPr/>
      <dgm:t>
        <a:bodyPr/>
        <a:lstStyle/>
        <a:p>
          <a:endParaRPr lang="en-US"/>
        </a:p>
      </dgm:t>
    </dgm:pt>
    <dgm:pt modelId="{B79E84E3-76B6-4719-92E9-76E6A475CAEA}">
      <dgm:prSet/>
      <dgm:spPr/>
      <dgm:t>
        <a:bodyPr/>
        <a:lstStyle/>
        <a:p>
          <a:r>
            <a:rPr lang="en-US"/>
            <a:t>Less sensitive to outliers, the entire model does not get ruined by a few</a:t>
          </a:r>
        </a:p>
      </dgm:t>
    </dgm:pt>
    <dgm:pt modelId="{E8256F78-D272-4BBA-9482-365864B1DBA9}" type="parTrans" cxnId="{04A30343-0E16-467C-827C-F6E0B1464137}">
      <dgm:prSet/>
      <dgm:spPr/>
      <dgm:t>
        <a:bodyPr/>
        <a:lstStyle/>
        <a:p>
          <a:endParaRPr lang="en-US"/>
        </a:p>
      </dgm:t>
    </dgm:pt>
    <dgm:pt modelId="{EF95131E-C442-4599-A8B4-6F53BC8AEFBA}" type="sibTrans" cxnId="{04A30343-0E16-467C-827C-F6E0B1464137}">
      <dgm:prSet/>
      <dgm:spPr/>
      <dgm:t>
        <a:bodyPr/>
        <a:lstStyle/>
        <a:p>
          <a:endParaRPr lang="en-US"/>
        </a:p>
      </dgm:t>
    </dgm:pt>
    <dgm:pt modelId="{36F7746C-C136-4116-8BC8-E5ABF0379926}">
      <dgm:prSet/>
      <dgm:spPr/>
      <dgm:t>
        <a:bodyPr/>
        <a:lstStyle/>
        <a:p>
          <a:r>
            <a:rPr lang="en-US"/>
            <a:t>Weaknesses:</a:t>
          </a:r>
        </a:p>
      </dgm:t>
    </dgm:pt>
    <dgm:pt modelId="{522BF5E6-BE39-45FE-8754-C4BB3F0A3D9B}" type="parTrans" cxnId="{6B8BD45A-EB5D-4385-98AC-C14E4A430A1A}">
      <dgm:prSet/>
      <dgm:spPr/>
      <dgm:t>
        <a:bodyPr/>
        <a:lstStyle/>
        <a:p>
          <a:endParaRPr lang="en-US"/>
        </a:p>
      </dgm:t>
    </dgm:pt>
    <dgm:pt modelId="{9E04E6D7-FD7A-4F5F-AAC3-F158D81DC933}" type="sibTrans" cxnId="{6B8BD45A-EB5D-4385-98AC-C14E4A430A1A}">
      <dgm:prSet/>
      <dgm:spPr/>
      <dgm:t>
        <a:bodyPr/>
        <a:lstStyle/>
        <a:p>
          <a:endParaRPr lang="en-US"/>
        </a:p>
      </dgm:t>
    </dgm:pt>
    <dgm:pt modelId="{0B0C62A0-B75B-4E17-AA46-74F4B9228A49}">
      <dgm:prSet/>
      <dgm:spPr/>
      <dgm:t>
        <a:bodyPr/>
        <a:lstStyle/>
        <a:p>
          <a:r>
            <a:rPr lang="en-US"/>
            <a:t>Prone to overfitting</a:t>
          </a:r>
        </a:p>
      </dgm:t>
    </dgm:pt>
    <dgm:pt modelId="{5667CE2C-A676-4CB5-95F9-4D5CE17B2551}" type="parTrans" cxnId="{EB6A35DF-E911-4F66-9F92-5CF8905BE1F5}">
      <dgm:prSet/>
      <dgm:spPr/>
      <dgm:t>
        <a:bodyPr/>
        <a:lstStyle/>
        <a:p>
          <a:endParaRPr lang="en-US"/>
        </a:p>
      </dgm:t>
    </dgm:pt>
    <dgm:pt modelId="{15B0827A-3020-4CA8-BC02-A7FB229367B2}" type="sibTrans" cxnId="{EB6A35DF-E911-4F66-9F92-5CF8905BE1F5}">
      <dgm:prSet/>
      <dgm:spPr/>
      <dgm:t>
        <a:bodyPr/>
        <a:lstStyle/>
        <a:p>
          <a:endParaRPr lang="en-US"/>
        </a:p>
      </dgm:t>
    </dgm:pt>
    <dgm:pt modelId="{2096B145-14BA-41CE-98FD-0382CB86B586}">
      <dgm:prSet/>
      <dgm:spPr/>
      <dgm:t>
        <a:bodyPr/>
        <a:lstStyle/>
        <a:p>
          <a:r>
            <a:rPr lang="en-US"/>
            <a:t>Bias towards features with more categories</a:t>
          </a:r>
        </a:p>
      </dgm:t>
    </dgm:pt>
    <dgm:pt modelId="{AD3FB7AA-6F1E-4BA8-A120-369407D3649B}" type="parTrans" cxnId="{64EEFCB9-ADDD-470F-AA55-439FBF7F2A5C}">
      <dgm:prSet/>
      <dgm:spPr/>
      <dgm:t>
        <a:bodyPr/>
        <a:lstStyle/>
        <a:p>
          <a:endParaRPr lang="en-US"/>
        </a:p>
      </dgm:t>
    </dgm:pt>
    <dgm:pt modelId="{A3F10003-600E-4B5F-B0F0-B7FDE542793B}" type="sibTrans" cxnId="{64EEFCB9-ADDD-470F-AA55-439FBF7F2A5C}">
      <dgm:prSet/>
      <dgm:spPr/>
      <dgm:t>
        <a:bodyPr/>
        <a:lstStyle/>
        <a:p>
          <a:endParaRPr lang="en-US"/>
        </a:p>
      </dgm:t>
    </dgm:pt>
    <dgm:pt modelId="{26485ADB-AC14-4AC5-ACE8-20A5FEB3326D}" type="pres">
      <dgm:prSet presAssocID="{817D782A-EF7C-4D71-B72B-EE733170AE22}" presName="Name0" presStyleCnt="0">
        <dgm:presLayoutVars>
          <dgm:dir/>
          <dgm:animLvl val="lvl"/>
          <dgm:resizeHandles val="exact"/>
        </dgm:presLayoutVars>
      </dgm:prSet>
      <dgm:spPr/>
    </dgm:pt>
    <dgm:pt modelId="{27679970-0F9F-49E4-94F5-ABCE62807D1E}" type="pres">
      <dgm:prSet presAssocID="{CB5226F7-D8FA-4309-8330-0221B833218C}" presName="composite" presStyleCnt="0"/>
      <dgm:spPr/>
    </dgm:pt>
    <dgm:pt modelId="{BBB93026-A334-4E0F-86D6-74F5300A975A}" type="pres">
      <dgm:prSet presAssocID="{CB5226F7-D8FA-4309-8330-0221B833218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F74AF5A-4A6B-4F34-9162-0733661AED4B}" type="pres">
      <dgm:prSet presAssocID="{CB5226F7-D8FA-4309-8330-0221B833218C}" presName="desTx" presStyleLbl="alignAccFollowNode1" presStyleIdx="0" presStyleCnt="2">
        <dgm:presLayoutVars>
          <dgm:bulletEnabled val="1"/>
        </dgm:presLayoutVars>
      </dgm:prSet>
      <dgm:spPr/>
    </dgm:pt>
    <dgm:pt modelId="{0E547BB5-B6D9-4B2E-AF5C-AF97355E48EB}" type="pres">
      <dgm:prSet presAssocID="{BE328D92-661F-470C-AA77-CDB692898E59}" presName="space" presStyleCnt="0"/>
      <dgm:spPr/>
    </dgm:pt>
    <dgm:pt modelId="{971080FF-E557-4964-BF4C-34990C4228F3}" type="pres">
      <dgm:prSet presAssocID="{36F7746C-C136-4116-8BC8-E5ABF0379926}" presName="composite" presStyleCnt="0"/>
      <dgm:spPr/>
    </dgm:pt>
    <dgm:pt modelId="{5FC325E4-6B62-4E3D-891E-47EF6C42F625}" type="pres">
      <dgm:prSet presAssocID="{36F7746C-C136-4116-8BC8-E5ABF037992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6843CC9-15C7-4070-AF8B-06476ACCCF64}" type="pres">
      <dgm:prSet presAssocID="{36F7746C-C136-4116-8BC8-E5ABF037992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7D46009-67D1-4C3E-94C8-E8B181D837C7}" type="presOf" srcId="{F5B77189-9D8E-4E0D-B959-D68425A28ACD}" destId="{CF74AF5A-4A6B-4F34-9162-0733661AED4B}" srcOrd="0" destOrd="0" presId="urn:microsoft.com/office/officeart/2005/8/layout/hList1"/>
    <dgm:cxn modelId="{83D8C42C-FB8A-4C0A-B4E5-7CB8F9E6A72A}" srcId="{817D782A-EF7C-4D71-B72B-EE733170AE22}" destId="{CB5226F7-D8FA-4309-8330-0221B833218C}" srcOrd="0" destOrd="0" parTransId="{8CD39871-2CA2-40B5-905B-4B009F2F7B7E}" sibTransId="{BE328D92-661F-470C-AA77-CDB692898E59}"/>
    <dgm:cxn modelId="{78E1EF34-4ED8-4C99-8240-73FA8FF70746}" type="presOf" srcId="{817D782A-EF7C-4D71-B72B-EE733170AE22}" destId="{26485ADB-AC14-4AC5-ACE8-20A5FEB3326D}" srcOrd="0" destOrd="0" presId="urn:microsoft.com/office/officeart/2005/8/layout/hList1"/>
    <dgm:cxn modelId="{04A30343-0E16-467C-827C-F6E0B1464137}" srcId="{CB5226F7-D8FA-4309-8330-0221B833218C}" destId="{B79E84E3-76B6-4719-92E9-76E6A475CAEA}" srcOrd="1" destOrd="0" parTransId="{E8256F78-D272-4BBA-9482-365864B1DBA9}" sibTransId="{EF95131E-C442-4599-A8B4-6F53BC8AEFBA}"/>
    <dgm:cxn modelId="{ECEFC955-5A3B-446C-A926-117BDFEA468C}" srcId="{CB5226F7-D8FA-4309-8330-0221B833218C}" destId="{F5B77189-9D8E-4E0D-B959-D68425A28ACD}" srcOrd="0" destOrd="0" parTransId="{D63E7EE6-BB66-4CEC-B740-C9DF71404CD3}" sibTransId="{8768207D-C83F-4E49-B476-70358BF52B09}"/>
    <dgm:cxn modelId="{6B8BD45A-EB5D-4385-98AC-C14E4A430A1A}" srcId="{817D782A-EF7C-4D71-B72B-EE733170AE22}" destId="{36F7746C-C136-4116-8BC8-E5ABF0379926}" srcOrd="1" destOrd="0" parTransId="{522BF5E6-BE39-45FE-8754-C4BB3F0A3D9B}" sibTransId="{9E04E6D7-FD7A-4F5F-AAC3-F158D81DC933}"/>
    <dgm:cxn modelId="{C378E782-94DE-4AC3-8489-805B71E80EFA}" type="presOf" srcId="{36F7746C-C136-4116-8BC8-E5ABF0379926}" destId="{5FC325E4-6B62-4E3D-891E-47EF6C42F625}" srcOrd="0" destOrd="0" presId="urn:microsoft.com/office/officeart/2005/8/layout/hList1"/>
    <dgm:cxn modelId="{C4E3D388-3DC0-42B8-ABBB-14C0B4FD6266}" type="presOf" srcId="{2096B145-14BA-41CE-98FD-0382CB86B586}" destId="{C6843CC9-15C7-4070-AF8B-06476ACCCF64}" srcOrd="0" destOrd="1" presId="urn:microsoft.com/office/officeart/2005/8/layout/hList1"/>
    <dgm:cxn modelId="{71CFBA8B-E434-4708-A6C7-340058D8BA0F}" type="presOf" srcId="{0B0C62A0-B75B-4E17-AA46-74F4B9228A49}" destId="{C6843CC9-15C7-4070-AF8B-06476ACCCF64}" srcOrd="0" destOrd="0" presId="urn:microsoft.com/office/officeart/2005/8/layout/hList1"/>
    <dgm:cxn modelId="{218BA690-E909-4B3B-95AE-2D445CAA633A}" type="presOf" srcId="{CB5226F7-D8FA-4309-8330-0221B833218C}" destId="{BBB93026-A334-4E0F-86D6-74F5300A975A}" srcOrd="0" destOrd="0" presId="urn:microsoft.com/office/officeart/2005/8/layout/hList1"/>
    <dgm:cxn modelId="{AB3184B6-25F2-4165-8D49-8BFE541F513E}" type="presOf" srcId="{B79E84E3-76B6-4719-92E9-76E6A475CAEA}" destId="{CF74AF5A-4A6B-4F34-9162-0733661AED4B}" srcOrd="0" destOrd="1" presId="urn:microsoft.com/office/officeart/2005/8/layout/hList1"/>
    <dgm:cxn modelId="{64EEFCB9-ADDD-470F-AA55-439FBF7F2A5C}" srcId="{36F7746C-C136-4116-8BC8-E5ABF0379926}" destId="{2096B145-14BA-41CE-98FD-0382CB86B586}" srcOrd="1" destOrd="0" parTransId="{AD3FB7AA-6F1E-4BA8-A120-369407D3649B}" sibTransId="{A3F10003-600E-4B5F-B0F0-B7FDE542793B}"/>
    <dgm:cxn modelId="{EB6A35DF-E911-4F66-9F92-5CF8905BE1F5}" srcId="{36F7746C-C136-4116-8BC8-E5ABF0379926}" destId="{0B0C62A0-B75B-4E17-AA46-74F4B9228A49}" srcOrd="0" destOrd="0" parTransId="{5667CE2C-A676-4CB5-95F9-4D5CE17B2551}" sibTransId="{15B0827A-3020-4CA8-BC02-A7FB229367B2}"/>
    <dgm:cxn modelId="{F7931E84-5A3C-4C6E-8678-D55E7B7E8284}" type="presParOf" srcId="{26485ADB-AC14-4AC5-ACE8-20A5FEB3326D}" destId="{27679970-0F9F-49E4-94F5-ABCE62807D1E}" srcOrd="0" destOrd="0" presId="urn:microsoft.com/office/officeart/2005/8/layout/hList1"/>
    <dgm:cxn modelId="{8B9E945F-4D76-4014-9E88-7F3FE4F6E006}" type="presParOf" srcId="{27679970-0F9F-49E4-94F5-ABCE62807D1E}" destId="{BBB93026-A334-4E0F-86D6-74F5300A975A}" srcOrd="0" destOrd="0" presId="urn:microsoft.com/office/officeart/2005/8/layout/hList1"/>
    <dgm:cxn modelId="{DA5AC0F0-B866-478C-834A-CCEF8D8B3922}" type="presParOf" srcId="{27679970-0F9F-49E4-94F5-ABCE62807D1E}" destId="{CF74AF5A-4A6B-4F34-9162-0733661AED4B}" srcOrd="1" destOrd="0" presId="urn:microsoft.com/office/officeart/2005/8/layout/hList1"/>
    <dgm:cxn modelId="{323EF21E-5012-4463-A6B9-CE5515982C6C}" type="presParOf" srcId="{26485ADB-AC14-4AC5-ACE8-20A5FEB3326D}" destId="{0E547BB5-B6D9-4B2E-AF5C-AF97355E48EB}" srcOrd="1" destOrd="0" presId="urn:microsoft.com/office/officeart/2005/8/layout/hList1"/>
    <dgm:cxn modelId="{6B2328ED-A5E5-4EA0-9E3D-48642D6891FD}" type="presParOf" srcId="{26485ADB-AC14-4AC5-ACE8-20A5FEB3326D}" destId="{971080FF-E557-4964-BF4C-34990C4228F3}" srcOrd="2" destOrd="0" presId="urn:microsoft.com/office/officeart/2005/8/layout/hList1"/>
    <dgm:cxn modelId="{F02BBB86-ACB8-42BE-A6ED-9CB82989E5A9}" type="presParOf" srcId="{971080FF-E557-4964-BF4C-34990C4228F3}" destId="{5FC325E4-6B62-4E3D-891E-47EF6C42F625}" srcOrd="0" destOrd="0" presId="urn:microsoft.com/office/officeart/2005/8/layout/hList1"/>
    <dgm:cxn modelId="{DE535CC0-F453-40BE-8D0C-1346636C62C0}" type="presParOf" srcId="{971080FF-E557-4964-BF4C-34990C4228F3}" destId="{C6843CC9-15C7-4070-AF8B-06476ACCCF6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B2EE44-99F0-4952-ACAC-0FEA145443ED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FD46A4-4D3A-4D8B-9DBB-C7043B260ABB}">
      <dgm:prSet/>
      <dgm:spPr/>
      <dgm:t>
        <a:bodyPr/>
        <a:lstStyle/>
        <a:p>
          <a:r>
            <a:rPr lang="en-US"/>
            <a:t>Mean Absolute Error (MAE): Average amount the model is off by</a:t>
          </a:r>
        </a:p>
      </dgm:t>
    </dgm:pt>
    <dgm:pt modelId="{D26060D5-F6D4-4863-AF04-718699054014}" type="parTrans" cxnId="{2C28CB85-AA99-440A-9175-0B19DB0C12A3}">
      <dgm:prSet/>
      <dgm:spPr/>
      <dgm:t>
        <a:bodyPr/>
        <a:lstStyle/>
        <a:p>
          <a:endParaRPr lang="en-US"/>
        </a:p>
      </dgm:t>
    </dgm:pt>
    <dgm:pt modelId="{3BD59DBB-DF13-4056-B6F3-5415B7D99E3C}" type="sibTrans" cxnId="{2C28CB85-AA99-440A-9175-0B19DB0C12A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6B91BB4-35C5-439B-ABBA-593848D18D73}">
      <dgm:prSet/>
      <dgm:spPr/>
      <dgm:t>
        <a:bodyPr/>
        <a:lstStyle/>
        <a:p>
          <a:r>
            <a:rPr lang="en-US"/>
            <a:t>Root Mean Square Error (RMSE): Penalises bigger errors more heavily, squaring ensures positive and negative results are treated equally</a:t>
          </a:r>
        </a:p>
      </dgm:t>
    </dgm:pt>
    <dgm:pt modelId="{A6F7F7C0-5532-4FAE-A014-D51EDA9B152D}" type="parTrans" cxnId="{42B52C87-A417-4C8A-A856-63B3BE905A9E}">
      <dgm:prSet/>
      <dgm:spPr/>
      <dgm:t>
        <a:bodyPr/>
        <a:lstStyle/>
        <a:p>
          <a:endParaRPr lang="en-US"/>
        </a:p>
      </dgm:t>
    </dgm:pt>
    <dgm:pt modelId="{3E3D0513-EF7C-4203-910D-C2D546B455BF}" type="sibTrans" cxnId="{42B52C87-A417-4C8A-A856-63B3BE905A9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5C80B17-9E51-4B94-B8E7-4E51FF10803D}">
      <dgm:prSet/>
      <dgm:spPr/>
      <dgm:t>
        <a:bodyPr/>
        <a:lstStyle/>
        <a:p>
          <a:r>
            <a:rPr lang="en-US"/>
            <a:t>R-squared (R2): Proportion of price variation -&gt; main accuracy</a:t>
          </a:r>
        </a:p>
      </dgm:t>
    </dgm:pt>
    <dgm:pt modelId="{ADD7A8E8-4256-457C-BA7A-32AF495A2A94}" type="parTrans" cxnId="{F0F75B13-1328-4D6F-B27D-C6967E6FA317}">
      <dgm:prSet/>
      <dgm:spPr/>
      <dgm:t>
        <a:bodyPr/>
        <a:lstStyle/>
        <a:p>
          <a:endParaRPr lang="en-US"/>
        </a:p>
      </dgm:t>
    </dgm:pt>
    <dgm:pt modelId="{58BEC2C5-DC4C-45BD-8C54-33DDC635D31D}" type="sibTrans" cxnId="{F0F75B13-1328-4D6F-B27D-C6967E6FA31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0EFAA48-8C82-47D2-969F-F2F8EFB309BF}" type="pres">
      <dgm:prSet presAssocID="{B5B2EE44-99F0-4952-ACAC-0FEA145443ED}" presName="Name0" presStyleCnt="0">
        <dgm:presLayoutVars>
          <dgm:animLvl val="lvl"/>
          <dgm:resizeHandles val="exact"/>
        </dgm:presLayoutVars>
      </dgm:prSet>
      <dgm:spPr/>
    </dgm:pt>
    <dgm:pt modelId="{680BC91E-5194-4406-91A0-FF698653A0D3}" type="pres">
      <dgm:prSet presAssocID="{4CFD46A4-4D3A-4D8B-9DBB-C7043B260ABB}" presName="compositeNode" presStyleCnt="0">
        <dgm:presLayoutVars>
          <dgm:bulletEnabled val="1"/>
        </dgm:presLayoutVars>
      </dgm:prSet>
      <dgm:spPr/>
    </dgm:pt>
    <dgm:pt modelId="{09B928E0-2737-402B-A922-F56FC96DC673}" type="pres">
      <dgm:prSet presAssocID="{4CFD46A4-4D3A-4D8B-9DBB-C7043B260ABB}" presName="bgRect" presStyleLbl="bgAccFollowNode1" presStyleIdx="0" presStyleCnt="3"/>
      <dgm:spPr/>
    </dgm:pt>
    <dgm:pt modelId="{C74C2FCB-53BA-4110-913C-B8B79BAA8F60}" type="pres">
      <dgm:prSet presAssocID="{3BD59DBB-DF13-4056-B6F3-5415B7D99E3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A7C4849-66FC-4B44-9F22-CB2D9FE0B92D}" type="pres">
      <dgm:prSet presAssocID="{4CFD46A4-4D3A-4D8B-9DBB-C7043B260ABB}" presName="bottomLine" presStyleLbl="alignNode1" presStyleIdx="1" presStyleCnt="6">
        <dgm:presLayoutVars/>
      </dgm:prSet>
      <dgm:spPr/>
    </dgm:pt>
    <dgm:pt modelId="{5B7D60B8-16CD-425C-A64D-22A532AE294C}" type="pres">
      <dgm:prSet presAssocID="{4CFD46A4-4D3A-4D8B-9DBB-C7043B260ABB}" presName="nodeText" presStyleLbl="bgAccFollowNode1" presStyleIdx="0" presStyleCnt="3">
        <dgm:presLayoutVars>
          <dgm:bulletEnabled val="1"/>
        </dgm:presLayoutVars>
      </dgm:prSet>
      <dgm:spPr/>
    </dgm:pt>
    <dgm:pt modelId="{BD33355F-E6EB-45DA-A8F4-83763962744C}" type="pres">
      <dgm:prSet presAssocID="{3BD59DBB-DF13-4056-B6F3-5415B7D99E3C}" presName="sibTrans" presStyleCnt="0"/>
      <dgm:spPr/>
    </dgm:pt>
    <dgm:pt modelId="{B36DEBEE-197B-4D57-921C-BBE31E4E3E76}" type="pres">
      <dgm:prSet presAssocID="{96B91BB4-35C5-439B-ABBA-593848D18D73}" presName="compositeNode" presStyleCnt="0">
        <dgm:presLayoutVars>
          <dgm:bulletEnabled val="1"/>
        </dgm:presLayoutVars>
      </dgm:prSet>
      <dgm:spPr/>
    </dgm:pt>
    <dgm:pt modelId="{E0802129-59FE-47C1-A1DD-EFFAACAC8A9B}" type="pres">
      <dgm:prSet presAssocID="{96B91BB4-35C5-439B-ABBA-593848D18D73}" presName="bgRect" presStyleLbl="bgAccFollowNode1" presStyleIdx="1" presStyleCnt="3"/>
      <dgm:spPr/>
    </dgm:pt>
    <dgm:pt modelId="{C6FF2E41-E34B-4A75-B6E2-F98C2BF92C53}" type="pres">
      <dgm:prSet presAssocID="{3E3D0513-EF7C-4203-910D-C2D546B455B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51B43E54-C4AC-4887-A205-227E69E3C0D1}" type="pres">
      <dgm:prSet presAssocID="{96B91BB4-35C5-439B-ABBA-593848D18D73}" presName="bottomLine" presStyleLbl="alignNode1" presStyleIdx="3" presStyleCnt="6">
        <dgm:presLayoutVars/>
      </dgm:prSet>
      <dgm:spPr/>
    </dgm:pt>
    <dgm:pt modelId="{73E350B4-0BD0-4084-A267-7547EF191825}" type="pres">
      <dgm:prSet presAssocID="{96B91BB4-35C5-439B-ABBA-593848D18D73}" presName="nodeText" presStyleLbl="bgAccFollowNode1" presStyleIdx="1" presStyleCnt="3">
        <dgm:presLayoutVars>
          <dgm:bulletEnabled val="1"/>
        </dgm:presLayoutVars>
      </dgm:prSet>
      <dgm:spPr/>
    </dgm:pt>
    <dgm:pt modelId="{D1369A6B-3DCD-4F95-AD7B-F61A821E92BA}" type="pres">
      <dgm:prSet presAssocID="{3E3D0513-EF7C-4203-910D-C2D546B455BF}" presName="sibTrans" presStyleCnt="0"/>
      <dgm:spPr/>
    </dgm:pt>
    <dgm:pt modelId="{D7A52843-1FAE-4123-B6DA-2E1F98F95842}" type="pres">
      <dgm:prSet presAssocID="{A5C80B17-9E51-4B94-B8E7-4E51FF10803D}" presName="compositeNode" presStyleCnt="0">
        <dgm:presLayoutVars>
          <dgm:bulletEnabled val="1"/>
        </dgm:presLayoutVars>
      </dgm:prSet>
      <dgm:spPr/>
    </dgm:pt>
    <dgm:pt modelId="{F9AD0A26-3C58-4F98-A95C-3B35F78A44F7}" type="pres">
      <dgm:prSet presAssocID="{A5C80B17-9E51-4B94-B8E7-4E51FF10803D}" presName="bgRect" presStyleLbl="bgAccFollowNode1" presStyleIdx="2" presStyleCnt="3"/>
      <dgm:spPr/>
    </dgm:pt>
    <dgm:pt modelId="{39A86450-99B6-46CE-9D8B-FFCF653BE94B}" type="pres">
      <dgm:prSet presAssocID="{58BEC2C5-DC4C-45BD-8C54-33DDC635D31D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E610DFD-3077-486F-A6F5-A2E17AD8AB74}" type="pres">
      <dgm:prSet presAssocID="{A5C80B17-9E51-4B94-B8E7-4E51FF10803D}" presName="bottomLine" presStyleLbl="alignNode1" presStyleIdx="5" presStyleCnt="6">
        <dgm:presLayoutVars/>
      </dgm:prSet>
      <dgm:spPr/>
    </dgm:pt>
    <dgm:pt modelId="{5CF659A4-B58B-4D20-9DCA-0DBAC1C8E631}" type="pres">
      <dgm:prSet presAssocID="{A5C80B17-9E51-4B94-B8E7-4E51FF10803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95ED420C-F18D-4BEB-9A40-54A0FE7A8E82}" type="presOf" srcId="{96B91BB4-35C5-439B-ABBA-593848D18D73}" destId="{E0802129-59FE-47C1-A1DD-EFFAACAC8A9B}" srcOrd="0" destOrd="0" presId="urn:microsoft.com/office/officeart/2016/7/layout/BasicLinearProcessNumbered"/>
    <dgm:cxn modelId="{18B1F610-7FF0-40F1-A34E-43891B1C33B0}" type="presOf" srcId="{3E3D0513-EF7C-4203-910D-C2D546B455BF}" destId="{C6FF2E41-E34B-4A75-B6E2-F98C2BF92C53}" srcOrd="0" destOrd="0" presId="urn:microsoft.com/office/officeart/2016/7/layout/BasicLinearProcessNumbered"/>
    <dgm:cxn modelId="{F0F75B13-1328-4D6F-B27D-C6967E6FA317}" srcId="{B5B2EE44-99F0-4952-ACAC-0FEA145443ED}" destId="{A5C80B17-9E51-4B94-B8E7-4E51FF10803D}" srcOrd="2" destOrd="0" parTransId="{ADD7A8E8-4256-457C-BA7A-32AF495A2A94}" sibTransId="{58BEC2C5-DC4C-45BD-8C54-33DDC635D31D}"/>
    <dgm:cxn modelId="{8CB7C31D-6FC3-45D8-97DB-5C1DBF8AB55C}" type="presOf" srcId="{96B91BB4-35C5-439B-ABBA-593848D18D73}" destId="{73E350B4-0BD0-4084-A267-7547EF191825}" srcOrd="1" destOrd="0" presId="urn:microsoft.com/office/officeart/2016/7/layout/BasicLinearProcessNumbered"/>
    <dgm:cxn modelId="{B47DA13B-6991-40E9-B30C-368A8FCE7FA5}" type="presOf" srcId="{3BD59DBB-DF13-4056-B6F3-5415B7D99E3C}" destId="{C74C2FCB-53BA-4110-913C-B8B79BAA8F60}" srcOrd="0" destOrd="0" presId="urn:microsoft.com/office/officeart/2016/7/layout/BasicLinearProcessNumbered"/>
    <dgm:cxn modelId="{C977CC59-0FB7-4F7C-AD99-5EBAEB511A41}" type="presOf" srcId="{58BEC2C5-DC4C-45BD-8C54-33DDC635D31D}" destId="{39A86450-99B6-46CE-9D8B-FFCF653BE94B}" srcOrd="0" destOrd="0" presId="urn:microsoft.com/office/officeart/2016/7/layout/BasicLinearProcessNumbered"/>
    <dgm:cxn modelId="{3B8A9E7E-9401-4463-A925-7B31570A2943}" type="presOf" srcId="{A5C80B17-9E51-4B94-B8E7-4E51FF10803D}" destId="{F9AD0A26-3C58-4F98-A95C-3B35F78A44F7}" srcOrd="0" destOrd="0" presId="urn:microsoft.com/office/officeart/2016/7/layout/BasicLinearProcessNumbered"/>
    <dgm:cxn modelId="{2C28CB85-AA99-440A-9175-0B19DB0C12A3}" srcId="{B5B2EE44-99F0-4952-ACAC-0FEA145443ED}" destId="{4CFD46A4-4D3A-4D8B-9DBB-C7043B260ABB}" srcOrd="0" destOrd="0" parTransId="{D26060D5-F6D4-4863-AF04-718699054014}" sibTransId="{3BD59DBB-DF13-4056-B6F3-5415B7D99E3C}"/>
    <dgm:cxn modelId="{42B52C87-A417-4C8A-A856-63B3BE905A9E}" srcId="{B5B2EE44-99F0-4952-ACAC-0FEA145443ED}" destId="{96B91BB4-35C5-439B-ABBA-593848D18D73}" srcOrd="1" destOrd="0" parTransId="{A6F7F7C0-5532-4FAE-A014-D51EDA9B152D}" sibTransId="{3E3D0513-EF7C-4203-910D-C2D546B455BF}"/>
    <dgm:cxn modelId="{01F7F09B-0B0A-452B-B571-9A7124FFCDC8}" type="presOf" srcId="{A5C80B17-9E51-4B94-B8E7-4E51FF10803D}" destId="{5CF659A4-B58B-4D20-9DCA-0DBAC1C8E631}" srcOrd="1" destOrd="0" presId="urn:microsoft.com/office/officeart/2016/7/layout/BasicLinearProcessNumbered"/>
    <dgm:cxn modelId="{E5C385AB-3D06-40C8-B038-D5B9C2DFEE22}" type="presOf" srcId="{B5B2EE44-99F0-4952-ACAC-0FEA145443ED}" destId="{F0EFAA48-8C82-47D2-969F-F2F8EFB309BF}" srcOrd="0" destOrd="0" presId="urn:microsoft.com/office/officeart/2016/7/layout/BasicLinearProcessNumbered"/>
    <dgm:cxn modelId="{429D9BDB-1987-44F6-A241-A7A44583D778}" type="presOf" srcId="{4CFD46A4-4D3A-4D8B-9DBB-C7043B260ABB}" destId="{09B928E0-2737-402B-A922-F56FC96DC673}" srcOrd="0" destOrd="0" presId="urn:microsoft.com/office/officeart/2016/7/layout/BasicLinearProcessNumbered"/>
    <dgm:cxn modelId="{7CDB9CF4-D2BC-4B48-A013-8A63EE8F6F06}" type="presOf" srcId="{4CFD46A4-4D3A-4D8B-9DBB-C7043B260ABB}" destId="{5B7D60B8-16CD-425C-A64D-22A532AE294C}" srcOrd="1" destOrd="0" presId="urn:microsoft.com/office/officeart/2016/7/layout/BasicLinearProcessNumbered"/>
    <dgm:cxn modelId="{569173C8-88AE-4BBE-B3AB-771A15E17426}" type="presParOf" srcId="{F0EFAA48-8C82-47D2-969F-F2F8EFB309BF}" destId="{680BC91E-5194-4406-91A0-FF698653A0D3}" srcOrd="0" destOrd="0" presId="urn:microsoft.com/office/officeart/2016/7/layout/BasicLinearProcessNumbered"/>
    <dgm:cxn modelId="{C8523402-31F2-4000-85CD-FA0B463AF41B}" type="presParOf" srcId="{680BC91E-5194-4406-91A0-FF698653A0D3}" destId="{09B928E0-2737-402B-A922-F56FC96DC673}" srcOrd="0" destOrd="0" presId="urn:microsoft.com/office/officeart/2016/7/layout/BasicLinearProcessNumbered"/>
    <dgm:cxn modelId="{3BD99B58-13D9-4168-9CF3-27240769A04B}" type="presParOf" srcId="{680BC91E-5194-4406-91A0-FF698653A0D3}" destId="{C74C2FCB-53BA-4110-913C-B8B79BAA8F60}" srcOrd="1" destOrd="0" presId="urn:microsoft.com/office/officeart/2016/7/layout/BasicLinearProcessNumbered"/>
    <dgm:cxn modelId="{2667EF1F-2BBA-4BE6-BB50-09E19D666415}" type="presParOf" srcId="{680BC91E-5194-4406-91A0-FF698653A0D3}" destId="{BA7C4849-66FC-4B44-9F22-CB2D9FE0B92D}" srcOrd="2" destOrd="0" presId="urn:microsoft.com/office/officeart/2016/7/layout/BasicLinearProcessNumbered"/>
    <dgm:cxn modelId="{DDD272B2-9A28-4661-8FC2-1DB78E71FA96}" type="presParOf" srcId="{680BC91E-5194-4406-91A0-FF698653A0D3}" destId="{5B7D60B8-16CD-425C-A64D-22A532AE294C}" srcOrd="3" destOrd="0" presId="urn:microsoft.com/office/officeart/2016/7/layout/BasicLinearProcessNumbered"/>
    <dgm:cxn modelId="{B36AE146-AB07-4C4F-A50C-92F20498DB38}" type="presParOf" srcId="{F0EFAA48-8C82-47D2-969F-F2F8EFB309BF}" destId="{BD33355F-E6EB-45DA-A8F4-83763962744C}" srcOrd="1" destOrd="0" presId="urn:microsoft.com/office/officeart/2016/7/layout/BasicLinearProcessNumbered"/>
    <dgm:cxn modelId="{AEDE6B67-3E77-40B5-98E3-CF59E1C8313B}" type="presParOf" srcId="{F0EFAA48-8C82-47D2-969F-F2F8EFB309BF}" destId="{B36DEBEE-197B-4D57-921C-BBE31E4E3E76}" srcOrd="2" destOrd="0" presId="urn:microsoft.com/office/officeart/2016/7/layout/BasicLinearProcessNumbered"/>
    <dgm:cxn modelId="{83441DDD-18FD-4B62-8696-490BC293D79A}" type="presParOf" srcId="{B36DEBEE-197B-4D57-921C-BBE31E4E3E76}" destId="{E0802129-59FE-47C1-A1DD-EFFAACAC8A9B}" srcOrd="0" destOrd="0" presId="urn:microsoft.com/office/officeart/2016/7/layout/BasicLinearProcessNumbered"/>
    <dgm:cxn modelId="{CB0EA8B0-6E82-448B-AB31-A23D59A2D38B}" type="presParOf" srcId="{B36DEBEE-197B-4D57-921C-BBE31E4E3E76}" destId="{C6FF2E41-E34B-4A75-B6E2-F98C2BF92C53}" srcOrd="1" destOrd="0" presId="urn:microsoft.com/office/officeart/2016/7/layout/BasicLinearProcessNumbered"/>
    <dgm:cxn modelId="{82F9F75B-1D6E-4226-B4B2-E293DE3662F8}" type="presParOf" srcId="{B36DEBEE-197B-4D57-921C-BBE31E4E3E76}" destId="{51B43E54-C4AC-4887-A205-227E69E3C0D1}" srcOrd="2" destOrd="0" presId="urn:microsoft.com/office/officeart/2016/7/layout/BasicLinearProcessNumbered"/>
    <dgm:cxn modelId="{16160E42-4360-44DD-8FC2-93E22558ED92}" type="presParOf" srcId="{B36DEBEE-197B-4D57-921C-BBE31E4E3E76}" destId="{73E350B4-0BD0-4084-A267-7547EF191825}" srcOrd="3" destOrd="0" presId="urn:microsoft.com/office/officeart/2016/7/layout/BasicLinearProcessNumbered"/>
    <dgm:cxn modelId="{5FEB83A5-CDCC-4CCE-8F0D-C345682AF610}" type="presParOf" srcId="{F0EFAA48-8C82-47D2-969F-F2F8EFB309BF}" destId="{D1369A6B-3DCD-4F95-AD7B-F61A821E92BA}" srcOrd="3" destOrd="0" presId="urn:microsoft.com/office/officeart/2016/7/layout/BasicLinearProcessNumbered"/>
    <dgm:cxn modelId="{D5C583C4-C4C9-4416-8D7A-3359F8619744}" type="presParOf" srcId="{F0EFAA48-8C82-47D2-969F-F2F8EFB309BF}" destId="{D7A52843-1FAE-4123-B6DA-2E1F98F95842}" srcOrd="4" destOrd="0" presId="urn:microsoft.com/office/officeart/2016/7/layout/BasicLinearProcessNumbered"/>
    <dgm:cxn modelId="{F98D75DE-058B-4B42-BD6B-9892D64000AC}" type="presParOf" srcId="{D7A52843-1FAE-4123-B6DA-2E1F98F95842}" destId="{F9AD0A26-3C58-4F98-A95C-3B35F78A44F7}" srcOrd="0" destOrd="0" presId="urn:microsoft.com/office/officeart/2016/7/layout/BasicLinearProcessNumbered"/>
    <dgm:cxn modelId="{4D0C92AF-A509-451E-942E-295D29C3C73A}" type="presParOf" srcId="{D7A52843-1FAE-4123-B6DA-2E1F98F95842}" destId="{39A86450-99B6-46CE-9D8B-FFCF653BE94B}" srcOrd="1" destOrd="0" presId="urn:microsoft.com/office/officeart/2016/7/layout/BasicLinearProcessNumbered"/>
    <dgm:cxn modelId="{68F01447-20AD-4776-B254-CA830E1D5D2A}" type="presParOf" srcId="{D7A52843-1FAE-4123-B6DA-2E1F98F95842}" destId="{EE610DFD-3077-486F-A6F5-A2E17AD8AB74}" srcOrd="2" destOrd="0" presId="urn:microsoft.com/office/officeart/2016/7/layout/BasicLinearProcessNumbered"/>
    <dgm:cxn modelId="{3FF836A6-EB5E-4034-8B25-8FAA248E4443}" type="presParOf" srcId="{D7A52843-1FAE-4123-B6DA-2E1F98F95842}" destId="{5CF659A4-B58B-4D20-9DCA-0DBAC1C8E63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EBA8320-7087-4246-AA07-C4BC445A05E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BB49FED-8438-4181-9EF4-FF9DC798D1C9}">
      <dgm:prSet/>
      <dgm:spPr/>
      <dgm:t>
        <a:bodyPr/>
        <a:lstStyle/>
        <a:p>
          <a:r>
            <a:rPr lang="en-US"/>
            <a:t>Open source machine learning library</a:t>
          </a:r>
        </a:p>
      </dgm:t>
    </dgm:pt>
    <dgm:pt modelId="{E8D96652-0DE9-400B-BC58-15BDF6AD41FD}" type="parTrans" cxnId="{6571290D-7111-4BAC-B101-E2F4E4DB4664}">
      <dgm:prSet/>
      <dgm:spPr/>
      <dgm:t>
        <a:bodyPr/>
        <a:lstStyle/>
        <a:p>
          <a:endParaRPr lang="en-US"/>
        </a:p>
      </dgm:t>
    </dgm:pt>
    <dgm:pt modelId="{3701899D-64A8-4F2B-857C-7B39F01474FF}" type="sibTrans" cxnId="{6571290D-7111-4BAC-B101-E2F4E4DB4664}">
      <dgm:prSet/>
      <dgm:spPr/>
      <dgm:t>
        <a:bodyPr/>
        <a:lstStyle/>
        <a:p>
          <a:endParaRPr lang="en-US"/>
        </a:p>
      </dgm:t>
    </dgm:pt>
    <dgm:pt modelId="{4891FA96-3555-4A11-A2C2-0FD0ED1EFC2A}">
      <dgm:prSet/>
      <dgm:spPr/>
      <dgm:t>
        <a:bodyPr/>
        <a:lstStyle/>
        <a:p>
          <a:r>
            <a:rPr lang="en-US"/>
            <a:t>Automates machine learning workflow from variety of machine learning libraries (XGBoost, K Neighbors, Random Forest, etc)</a:t>
          </a:r>
        </a:p>
      </dgm:t>
    </dgm:pt>
    <dgm:pt modelId="{C796AA59-3AC3-4EE7-9E6F-167E42DC2F56}" type="parTrans" cxnId="{0733A5BA-25D0-4493-84F7-B27D4A93A6DD}">
      <dgm:prSet/>
      <dgm:spPr/>
      <dgm:t>
        <a:bodyPr/>
        <a:lstStyle/>
        <a:p>
          <a:endParaRPr lang="en-US"/>
        </a:p>
      </dgm:t>
    </dgm:pt>
    <dgm:pt modelId="{AC9136DF-AEC1-4F6C-A257-C6FE499DDD2E}" type="sibTrans" cxnId="{0733A5BA-25D0-4493-84F7-B27D4A93A6DD}">
      <dgm:prSet/>
      <dgm:spPr/>
      <dgm:t>
        <a:bodyPr/>
        <a:lstStyle/>
        <a:p>
          <a:endParaRPr lang="en-US"/>
        </a:p>
      </dgm:t>
    </dgm:pt>
    <dgm:pt modelId="{3917524A-B6DA-4A05-AA15-B2D97DCBE17C}" type="pres">
      <dgm:prSet presAssocID="{DEBA8320-7087-4246-AA07-C4BC445A05EE}" presName="root" presStyleCnt="0">
        <dgm:presLayoutVars>
          <dgm:dir/>
          <dgm:resizeHandles val="exact"/>
        </dgm:presLayoutVars>
      </dgm:prSet>
      <dgm:spPr/>
    </dgm:pt>
    <dgm:pt modelId="{0E30DD1F-435B-403B-9098-928E0D6CBA13}" type="pres">
      <dgm:prSet presAssocID="{8BB49FED-8438-4181-9EF4-FF9DC798D1C9}" presName="compNode" presStyleCnt="0"/>
      <dgm:spPr/>
    </dgm:pt>
    <dgm:pt modelId="{40C6A6F2-BA5C-4DB4-B547-0352E5CAB970}" type="pres">
      <dgm:prSet presAssocID="{8BB49FED-8438-4181-9EF4-FF9DC798D1C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2DC58CD-3073-48A5-9C82-0E84CB80748E}" type="pres">
      <dgm:prSet presAssocID="{8BB49FED-8438-4181-9EF4-FF9DC798D1C9}" presName="spaceRect" presStyleCnt="0"/>
      <dgm:spPr/>
    </dgm:pt>
    <dgm:pt modelId="{F05A2528-71D0-476E-93FC-C896F195A4AE}" type="pres">
      <dgm:prSet presAssocID="{8BB49FED-8438-4181-9EF4-FF9DC798D1C9}" presName="textRect" presStyleLbl="revTx" presStyleIdx="0" presStyleCnt="2">
        <dgm:presLayoutVars>
          <dgm:chMax val="1"/>
          <dgm:chPref val="1"/>
        </dgm:presLayoutVars>
      </dgm:prSet>
      <dgm:spPr/>
    </dgm:pt>
    <dgm:pt modelId="{E1F06B2D-3AA9-460B-8C7B-F0F17D9D7727}" type="pres">
      <dgm:prSet presAssocID="{3701899D-64A8-4F2B-857C-7B39F01474FF}" presName="sibTrans" presStyleCnt="0"/>
      <dgm:spPr/>
    </dgm:pt>
    <dgm:pt modelId="{E88A0BB7-B39B-474B-AECB-8A8EA76B1F26}" type="pres">
      <dgm:prSet presAssocID="{4891FA96-3555-4A11-A2C2-0FD0ED1EFC2A}" presName="compNode" presStyleCnt="0"/>
      <dgm:spPr/>
    </dgm:pt>
    <dgm:pt modelId="{BEC5D30B-2AAA-42F5-9757-6BB09B7C79DD}" type="pres">
      <dgm:prSet presAssocID="{4891FA96-3555-4A11-A2C2-0FD0ED1EFC2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E816967-1FEB-4FFE-BEC6-D426F0009EEB}" type="pres">
      <dgm:prSet presAssocID="{4891FA96-3555-4A11-A2C2-0FD0ED1EFC2A}" presName="spaceRect" presStyleCnt="0"/>
      <dgm:spPr/>
    </dgm:pt>
    <dgm:pt modelId="{B92CAC8D-EDF9-4A99-8E93-20CDADA87F69}" type="pres">
      <dgm:prSet presAssocID="{4891FA96-3555-4A11-A2C2-0FD0ED1EFC2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571290D-7111-4BAC-B101-E2F4E4DB4664}" srcId="{DEBA8320-7087-4246-AA07-C4BC445A05EE}" destId="{8BB49FED-8438-4181-9EF4-FF9DC798D1C9}" srcOrd="0" destOrd="0" parTransId="{E8D96652-0DE9-400B-BC58-15BDF6AD41FD}" sibTransId="{3701899D-64A8-4F2B-857C-7B39F01474FF}"/>
    <dgm:cxn modelId="{D45955B6-3209-4AF3-8AD0-B822C6E7DA4A}" type="presOf" srcId="{4891FA96-3555-4A11-A2C2-0FD0ED1EFC2A}" destId="{B92CAC8D-EDF9-4A99-8E93-20CDADA87F69}" srcOrd="0" destOrd="0" presId="urn:microsoft.com/office/officeart/2018/2/layout/IconLabelList"/>
    <dgm:cxn modelId="{0733A5BA-25D0-4493-84F7-B27D4A93A6DD}" srcId="{DEBA8320-7087-4246-AA07-C4BC445A05EE}" destId="{4891FA96-3555-4A11-A2C2-0FD0ED1EFC2A}" srcOrd="1" destOrd="0" parTransId="{C796AA59-3AC3-4EE7-9E6F-167E42DC2F56}" sibTransId="{AC9136DF-AEC1-4F6C-A257-C6FE499DDD2E}"/>
    <dgm:cxn modelId="{34D642C2-6A85-4FA1-8BB1-8BDDF820F676}" type="presOf" srcId="{DEBA8320-7087-4246-AA07-C4BC445A05EE}" destId="{3917524A-B6DA-4A05-AA15-B2D97DCBE17C}" srcOrd="0" destOrd="0" presId="urn:microsoft.com/office/officeart/2018/2/layout/IconLabelList"/>
    <dgm:cxn modelId="{1F53AAD3-FD63-43F1-90FD-19054BB13BC2}" type="presOf" srcId="{8BB49FED-8438-4181-9EF4-FF9DC798D1C9}" destId="{F05A2528-71D0-476E-93FC-C896F195A4AE}" srcOrd="0" destOrd="0" presId="urn:microsoft.com/office/officeart/2018/2/layout/IconLabelList"/>
    <dgm:cxn modelId="{8CEBA3CC-D2DA-4E5E-ADAC-21F909FA3AB6}" type="presParOf" srcId="{3917524A-B6DA-4A05-AA15-B2D97DCBE17C}" destId="{0E30DD1F-435B-403B-9098-928E0D6CBA13}" srcOrd="0" destOrd="0" presId="urn:microsoft.com/office/officeart/2018/2/layout/IconLabelList"/>
    <dgm:cxn modelId="{4FF7D0CD-212D-4E88-B071-37C1EB3478BA}" type="presParOf" srcId="{0E30DD1F-435B-403B-9098-928E0D6CBA13}" destId="{40C6A6F2-BA5C-4DB4-B547-0352E5CAB970}" srcOrd="0" destOrd="0" presId="urn:microsoft.com/office/officeart/2018/2/layout/IconLabelList"/>
    <dgm:cxn modelId="{1AF767BA-6CEF-40EB-8605-59E9CFEDD2CF}" type="presParOf" srcId="{0E30DD1F-435B-403B-9098-928E0D6CBA13}" destId="{12DC58CD-3073-48A5-9C82-0E84CB80748E}" srcOrd="1" destOrd="0" presId="urn:microsoft.com/office/officeart/2018/2/layout/IconLabelList"/>
    <dgm:cxn modelId="{C4CE96B1-DB8E-4994-B3A8-0B9BA27253EE}" type="presParOf" srcId="{0E30DD1F-435B-403B-9098-928E0D6CBA13}" destId="{F05A2528-71D0-476E-93FC-C896F195A4AE}" srcOrd="2" destOrd="0" presId="urn:microsoft.com/office/officeart/2018/2/layout/IconLabelList"/>
    <dgm:cxn modelId="{1927301B-220F-4C5D-AA07-68D4076CC4DC}" type="presParOf" srcId="{3917524A-B6DA-4A05-AA15-B2D97DCBE17C}" destId="{E1F06B2D-3AA9-460B-8C7B-F0F17D9D7727}" srcOrd="1" destOrd="0" presId="urn:microsoft.com/office/officeart/2018/2/layout/IconLabelList"/>
    <dgm:cxn modelId="{E5673896-1752-452A-9172-9C58A928E1A5}" type="presParOf" srcId="{3917524A-B6DA-4A05-AA15-B2D97DCBE17C}" destId="{E88A0BB7-B39B-474B-AECB-8A8EA76B1F26}" srcOrd="2" destOrd="0" presId="urn:microsoft.com/office/officeart/2018/2/layout/IconLabelList"/>
    <dgm:cxn modelId="{B686A4CB-638C-4C1A-9B6B-230275D1CB34}" type="presParOf" srcId="{E88A0BB7-B39B-474B-AECB-8A8EA76B1F26}" destId="{BEC5D30B-2AAA-42F5-9757-6BB09B7C79DD}" srcOrd="0" destOrd="0" presId="urn:microsoft.com/office/officeart/2018/2/layout/IconLabelList"/>
    <dgm:cxn modelId="{DCF509CC-FD5E-41DF-BC03-0F9F57BD3CE5}" type="presParOf" srcId="{E88A0BB7-B39B-474B-AECB-8A8EA76B1F26}" destId="{0E816967-1FEB-4FFE-BEC6-D426F0009EEB}" srcOrd="1" destOrd="0" presId="urn:microsoft.com/office/officeart/2018/2/layout/IconLabelList"/>
    <dgm:cxn modelId="{BB0EB815-676D-424B-A0E1-CE2CAE9A0790}" type="presParOf" srcId="{E88A0BB7-B39B-474B-AECB-8A8EA76B1F26}" destId="{B92CAC8D-EDF9-4A99-8E93-20CDADA87F6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418B78-39E2-4F81-A576-F80ED8B17A4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D57D9E0-C9AF-4C63-9F51-882E4A0A2817}">
      <dgm:prSet/>
      <dgm:spPr/>
      <dgm:t>
        <a:bodyPr/>
        <a:lstStyle/>
        <a:p>
          <a:r>
            <a:rPr lang="en-US"/>
            <a:t>Electric vehicles have the highest average price </a:t>
          </a:r>
        </a:p>
      </dgm:t>
    </dgm:pt>
    <dgm:pt modelId="{CA3DD75F-1539-4C7D-B267-7DC120E0EF72}" type="parTrans" cxnId="{F11EB1CB-26D1-40E3-B5CB-E34F6000FFE6}">
      <dgm:prSet/>
      <dgm:spPr/>
      <dgm:t>
        <a:bodyPr/>
        <a:lstStyle/>
        <a:p>
          <a:endParaRPr lang="en-US"/>
        </a:p>
      </dgm:t>
    </dgm:pt>
    <dgm:pt modelId="{5314F4BC-A570-4CC0-A6F9-6612573C8679}" type="sibTrans" cxnId="{F11EB1CB-26D1-40E3-B5CB-E34F6000FFE6}">
      <dgm:prSet/>
      <dgm:spPr/>
      <dgm:t>
        <a:bodyPr/>
        <a:lstStyle/>
        <a:p>
          <a:endParaRPr lang="en-US"/>
        </a:p>
      </dgm:t>
    </dgm:pt>
    <dgm:pt modelId="{683B25A2-116D-4C25-A094-36CC9ECAC553}">
      <dgm:prSet/>
      <dgm:spPr/>
      <dgm:t>
        <a:bodyPr/>
        <a:lstStyle/>
        <a:p>
          <a:r>
            <a:rPr lang="en-US"/>
            <a:t>Electric cars lack a budget option. First manufacturers to successfully offer a budget option with capture an enormous market share.</a:t>
          </a:r>
        </a:p>
      </dgm:t>
    </dgm:pt>
    <dgm:pt modelId="{C9D6B19D-2BF5-40B5-B3D7-B19E523A39C8}" type="parTrans" cxnId="{55350A4F-6E48-4A29-8BD9-ACEDBD31A854}">
      <dgm:prSet/>
      <dgm:spPr/>
      <dgm:t>
        <a:bodyPr/>
        <a:lstStyle/>
        <a:p>
          <a:endParaRPr lang="en-US"/>
        </a:p>
      </dgm:t>
    </dgm:pt>
    <dgm:pt modelId="{CE650D90-5683-4B52-A3CA-88D8F67E9134}" type="sibTrans" cxnId="{55350A4F-6E48-4A29-8BD9-ACEDBD31A854}">
      <dgm:prSet/>
      <dgm:spPr/>
      <dgm:t>
        <a:bodyPr/>
        <a:lstStyle/>
        <a:p>
          <a:endParaRPr lang="en-US"/>
        </a:p>
      </dgm:t>
    </dgm:pt>
    <dgm:pt modelId="{9CC7F37B-6076-4A9B-AF45-A3F752A627CE}" type="pres">
      <dgm:prSet presAssocID="{F5418B78-39E2-4F81-A576-F80ED8B17A48}" presName="root" presStyleCnt="0">
        <dgm:presLayoutVars>
          <dgm:dir/>
          <dgm:resizeHandles val="exact"/>
        </dgm:presLayoutVars>
      </dgm:prSet>
      <dgm:spPr/>
    </dgm:pt>
    <dgm:pt modelId="{0184FF73-1ADC-4F1B-A823-CDB31E25A664}" type="pres">
      <dgm:prSet presAssocID="{F5418B78-39E2-4F81-A576-F80ED8B17A48}" presName="container" presStyleCnt="0">
        <dgm:presLayoutVars>
          <dgm:dir/>
          <dgm:resizeHandles val="exact"/>
        </dgm:presLayoutVars>
      </dgm:prSet>
      <dgm:spPr/>
    </dgm:pt>
    <dgm:pt modelId="{75FABDAF-A612-40AB-B7CC-F9A8E09163B2}" type="pres">
      <dgm:prSet presAssocID="{0D57D9E0-C9AF-4C63-9F51-882E4A0A2817}" presName="compNode" presStyleCnt="0"/>
      <dgm:spPr/>
    </dgm:pt>
    <dgm:pt modelId="{85DF9BD5-9C57-4512-81E4-92D7B3AD99AB}" type="pres">
      <dgm:prSet presAssocID="{0D57D9E0-C9AF-4C63-9F51-882E4A0A2817}" presName="iconBgRect" presStyleLbl="bgShp" presStyleIdx="0" presStyleCnt="2"/>
      <dgm:spPr/>
    </dgm:pt>
    <dgm:pt modelId="{8B65FD06-5EB8-43C5-8451-75983D247B20}" type="pres">
      <dgm:prSet presAssocID="{0D57D9E0-C9AF-4C63-9F51-882E4A0A281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5C8AC986-AE8C-4785-ADCA-62E1BFAF8AEA}" type="pres">
      <dgm:prSet presAssocID="{0D57D9E0-C9AF-4C63-9F51-882E4A0A2817}" presName="spaceRect" presStyleCnt="0"/>
      <dgm:spPr/>
    </dgm:pt>
    <dgm:pt modelId="{F9A99185-CDD0-49A7-89A7-EAACAE403335}" type="pres">
      <dgm:prSet presAssocID="{0D57D9E0-C9AF-4C63-9F51-882E4A0A2817}" presName="textRect" presStyleLbl="revTx" presStyleIdx="0" presStyleCnt="2">
        <dgm:presLayoutVars>
          <dgm:chMax val="1"/>
          <dgm:chPref val="1"/>
        </dgm:presLayoutVars>
      </dgm:prSet>
      <dgm:spPr/>
    </dgm:pt>
    <dgm:pt modelId="{5C5ED765-4F31-4D20-BDDB-D976D4401B2A}" type="pres">
      <dgm:prSet presAssocID="{5314F4BC-A570-4CC0-A6F9-6612573C8679}" presName="sibTrans" presStyleLbl="sibTrans2D1" presStyleIdx="0" presStyleCnt="0"/>
      <dgm:spPr/>
    </dgm:pt>
    <dgm:pt modelId="{3B7FFD35-1C4C-406F-9ED9-26375F870984}" type="pres">
      <dgm:prSet presAssocID="{683B25A2-116D-4C25-A094-36CC9ECAC553}" presName="compNode" presStyleCnt="0"/>
      <dgm:spPr/>
    </dgm:pt>
    <dgm:pt modelId="{7D7D11A1-CA97-4597-9659-256A499BB729}" type="pres">
      <dgm:prSet presAssocID="{683B25A2-116D-4C25-A094-36CC9ECAC553}" presName="iconBgRect" presStyleLbl="bgShp" presStyleIdx="1" presStyleCnt="2"/>
      <dgm:spPr/>
    </dgm:pt>
    <dgm:pt modelId="{118DD454-9239-4432-9C4D-C2FCA3E78445}" type="pres">
      <dgm:prSet presAssocID="{683B25A2-116D-4C25-A094-36CC9ECAC55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658B7BE1-F0EC-4466-8894-1FC52121B05A}" type="pres">
      <dgm:prSet presAssocID="{683B25A2-116D-4C25-A094-36CC9ECAC553}" presName="spaceRect" presStyleCnt="0"/>
      <dgm:spPr/>
    </dgm:pt>
    <dgm:pt modelId="{0EB9E32F-D241-4946-BB11-4BCF78AFCE4B}" type="pres">
      <dgm:prSet presAssocID="{683B25A2-116D-4C25-A094-36CC9ECAC55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66BE23C-BCE1-4586-8FCA-1F74656AA7C8}" type="presOf" srcId="{683B25A2-116D-4C25-A094-36CC9ECAC553}" destId="{0EB9E32F-D241-4946-BB11-4BCF78AFCE4B}" srcOrd="0" destOrd="0" presId="urn:microsoft.com/office/officeart/2018/2/layout/IconCircleList"/>
    <dgm:cxn modelId="{55350A4F-6E48-4A29-8BD9-ACEDBD31A854}" srcId="{F5418B78-39E2-4F81-A576-F80ED8B17A48}" destId="{683B25A2-116D-4C25-A094-36CC9ECAC553}" srcOrd="1" destOrd="0" parTransId="{C9D6B19D-2BF5-40B5-B3D7-B19E523A39C8}" sibTransId="{CE650D90-5683-4B52-A3CA-88D8F67E9134}"/>
    <dgm:cxn modelId="{F11EB1CB-26D1-40E3-B5CB-E34F6000FFE6}" srcId="{F5418B78-39E2-4F81-A576-F80ED8B17A48}" destId="{0D57D9E0-C9AF-4C63-9F51-882E4A0A2817}" srcOrd="0" destOrd="0" parTransId="{CA3DD75F-1539-4C7D-B267-7DC120E0EF72}" sibTransId="{5314F4BC-A570-4CC0-A6F9-6612573C8679}"/>
    <dgm:cxn modelId="{006601F5-BB6D-4D7F-8DA6-29BDD86F5E2C}" type="presOf" srcId="{F5418B78-39E2-4F81-A576-F80ED8B17A48}" destId="{9CC7F37B-6076-4A9B-AF45-A3F752A627CE}" srcOrd="0" destOrd="0" presId="urn:microsoft.com/office/officeart/2018/2/layout/IconCircleList"/>
    <dgm:cxn modelId="{3B6F27F9-501F-4568-BEF6-34B89D2017C0}" type="presOf" srcId="{0D57D9E0-C9AF-4C63-9F51-882E4A0A2817}" destId="{F9A99185-CDD0-49A7-89A7-EAACAE403335}" srcOrd="0" destOrd="0" presId="urn:microsoft.com/office/officeart/2018/2/layout/IconCircleList"/>
    <dgm:cxn modelId="{9A3D24FF-0BBB-4157-BE27-74AD2352A9A6}" type="presOf" srcId="{5314F4BC-A570-4CC0-A6F9-6612573C8679}" destId="{5C5ED765-4F31-4D20-BDDB-D976D4401B2A}" srcOrd="0" destOrd="0" presId="urn:microsoft.com/office/officeart/2018/2/layout/IconCircleList"/>
    <dgm:cxn modelId="{52EA632F-F633-436D-8270-ED7A824EC73B}" type="presParOf" srcId="{9CC7F37B-6076-4A9B-AF45-A3F752A627CE}" destId="{0184FF73-1ADC-4F1B-A823-CDB31E25A664}" srcOrd="0" destOrd="0" presId="urn:microsoft.com/office/officeart/2018/2/layout/IconCircleList"/>
    <dgm:cxn modelId="{79B59943-4A4C-4EA4-A722-95CB642C1706}" type="presParOf" srcId="{0184FF73-1ADC-4F1B-A823-CDB31E25A664}" destId="{75FABDAF-A612-40AB-B7CC-F9A8E09163B2}" srcOrd="0" destOrd="0" presId="urn:microsoft.com/office/officeart/2018/2/layout/IconCircleList"/>
    <dgm:cxn modelId="{949B5B51-1372-43C4-B0A7-1EAF6FC056ED}" type="presParOf" srcId="{75FABDAF-A612-40AB-B7CC-F9A8E09163B2}" destId="{85DF9BD5-9C57-4512-81E4-92D7B3AD99AB}" srcOrd="0" destOrd="0" presId="urn:microsoft.com/office/officeart/2018/2/layout/IconCircleList"/>
    <dgm:cxn modelId="{9AA986F2-8E3B-4A7E-9E94-6DA452293E47}" type="presParOf" srcId="{75FABDAF-A612-40AB-B7CC-F9A8E09163B2}" destId="{8B65FD06-5EB8-43C5-8451-75983D247B20}" srcOrd="1" destOrd="0" presId="urn:microsoft.com/office/officeart/2018/2/layout/IconCircleList"/>
    <dgm:cxn modelId="{175FAF17-0053-4DD5-9592-70FD92B050DD}" type="presParOf" srcId="{75FABDAF-A612-40AB-B7CC-F9A8E09163B2}" destId="{5C8AC986-AE8C-4785-ADCA-62E1BFAF8AEA}" srcOrd="2" destOrd="0" presId="urn:microsoft.com/office/officeart/2018/2/layout/IconCircleList"/>
    <dgm:cxn modelId="{7A162ACB-31CE-4578-8F9E-1E93BE83D8FC}" type="presParOf" srcId="{75FABDAF-A612-40AB-B7CC-F9A8E09163B2}" destId="{F9A99185-CDD0-49A7-89A7-EAACAE403335}" srcOrd="3" destOrd="0" presId="urn:microsoft.com/office/officeart/2018/2/layout/IconCircleList"/>
    <dgm:cxn modelId="{B6180A93-43EA-424C-8EE8-ED1BF8A90651}" type="presParOf" srcId="{0184FF73-1ADC-4F1B-A823-CDB31E25A664}" destId="{5C5ED765-4F31-4D20-BDDB-D976D4401B2A}" srcOrd="1" destOrd="0" presId="urn:microsoft.com/office/officeart/2018/2/layout/IconCircleList"/>
    <dgm:cxn modelId="{4B509611-8A47-4074-A390-915A2A9639A1}" type="presParOf" srcId="{0184FF73-1ADC-4F1B-A823-CDB31E25A664}" destId="{3B7FFD35-1C4C-406F-9ED9-26375F870984}" srcOrd="2" destOrd="0" presId="urn:microsoft.com/office/officeart/2018/2/layout/IconCircleList"/>
    <dgm:cxn modelId="{5A4E943B-20F4-4442-98EE-2C673D7C0362}" type="presParOf" srcId="{3B7FFD35-1C4C-406F-9ED9-26375F870984}" destId="{7D7D11A1-CA97-4597-9659-256A499BB729}" srcOrd="0" destOrd="0" presId="urn:microsoft.com/office/officeart/2018/2/layout/IconCircleList"/>
    <dgm:cxn modelId="{AFFA71FE-A89E-47FD-8471-98D7BD45A716}" type="presParOf" srcId="{3B7FFD35-1C4C-406F-9ED9-26375F870984}" destId="{118DD454-9239-4432-9C4D-C2FCA3E78445}" srcOrd="1" destOrd="0" presId="urn:microsoft.com/office/officeart/2018/2/layout/IconCircleList"/>
    <dgm:cxn modelId="{13547563-8174-4FDF-B738-F6E2576977D4}" type="presParOf" srcId="{3B7FFD35-1C4C-406F-9ED9-26375F870984}" destId="{658B7BE1-F0EC-4466-8894-1FC52121B05A}" srcOrd="2" destOrd="0" presId="urn:microsoft.com/office/officeart/2018/2/layout/IconCircleList"/>
    <dgm:cxn modelId="{5A370BD7-E8BE-4036-B6C5-7365F969F1C5}" type="presParOf" srcId="{3B7FFD35-1C4C-406F-9ED9-26375F870984}" destId="{0EB9E32F-D241-4946-BB11-4BCF78AFCE4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AAAC5A9-5EA9-4348-9398-02E9DAE4C21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6913FB-B887-4E79-9813-1564D0DD6631}">
      <dgm:prSet/>
      <dgm:spPr/>
      <dgm:t>
        <a:bodyPr/>
        <a:lstStyle/>
        <a:p>
          <a:r>
            <a:rPr lang="en-US"/>
            <a:t>When looking at Price per horsepower Petrol is the cheapest (~$175 per HP)</a:t>
          </a:r>
        </a:p>
      </dgm:t>
    </dgm:pt>
    <dgm:pt modelId="{D29E753F-C909-4202-97C5-16E8036A149F}" type="parTrans" cxnId="{4E439AE9-C54F-4330-972F-3B720589C336}">
      <dgm:prSet/>
      <dgm:spPr/>
      <dgm:t>
        <a:bodyPr/>
        <a:lstStyle/>
        <a:p>
          <a:endParaRPr lang="en-US"/>
        </a:p>
      </dgm:t>
    </dgm:pt>
    <dgm:pt modelId="{E6EC8D65-37DA-4048-BCEA-ADB056E614AD}" type="sibTrans" cxnId="{4E439AE9-C54F-4330-972F-3B720589C336}">
      <dgm:prSet/>
      <dgm:spPr/>
      <dgm:t>
        <a:bodyPr/>
        <a:lstStyle/>
        <a:p>
          <a:endParaRPr lang="en-US"/>
        </a:p>
      </dgm:t>
    </dgm:pt>
    <dgm:pt modelId="{46BE3701-0F1A-40F9-9DCD-DC962E5796BD}">
      <dgm:prSet/>
      <dgm:spPr/>
      <dgm:t>
        <a:bodyPr/>
        <a:lstStyle/>
        <a:p>
          <a:r>
            <a:rPr lang="en-US"/>
            <a:t>Electric is surprisingly competitive (~$198 per HP), cheaper than Diesel (~$214 per HP)</a:t>
          </a:r>
        </a:p>
      </dgm:t>
    </dgm:pt>
    <dgm:pt modelId="{B28E6F88-5F76-4476-BCED-403D42350854}" type="parTrans" cxnId="{461BFA70-286F-4E88-A1A2-92705479F41E}">
      <dgm:prSet/>
      <dgm:spPr/>
      <dgm:t>
        <a:bodyPr/>
        <a:lstStyle/>
        <a:p>
          <a:endParaRPr lang="en-US"/>
        </a:p>
      </dgm:t>
    </dgm:pt>
    <dgm:pt modelId="{AA4F71D9-F556-46B2-A8DB-F424167F161E}" type="sibTrans" cxnId="{461BFA70-286F-4E88-A1A2-92705479F41E}">
      <dgm:prSet/>
      <dgm:spPr/>
      <dgm:t>
        <a:bodyPr/>
        <a:lstStyle/>
        <a:p>
          <a:endParaRPr lang="en-US"/>
        </a:p>
      </dgm:t>
    </dgm:pt>
    <dgm:pt modelId="{DF340669-9160-4398-9493-ED518BE56229}">
      <dgm:prSet/>
      <dgm:spPr/>
      <dgm:t>
        <a:bodyPr/>
        <a:lstStyle/>
        <a:p>
          <a:r>
            <a:rPr lang="en-US"/>
            <a:t>Diesel cars will likely become less of the marketshare before fully fading out, being replaced by electric</a:t>
          </a:r>
        </a:p>
      </dgm:t>
    </dgm:pt>
    <dgm:pt modelId="{0E681D40-1007-4978-B9B9-9CE748B72B79}" type="parTrans" cxnId="{B58F483E-D22E-4B3A-A6B8-FEB9DE30BD1C}">
      <dgm:prSet/>
      <dgm:spPr/>
      <dgm:t>
        <a:bodyPr/>
        <a:lstStyle/>
        <a:p>
          <a:endParaRPr lang="en-US"/>
        </a:p>
      </dgm:t>
    </dgm:pt>
    <dgm:pt modelId="{3FDCF18E-6DA7-46B2-B986-8F573F2A6074}" type="sibTrans" cxnId="{B58F483E-D22E-4B3A-A6B8-FEB9DE30BD1C}">
      <dgm:prSet/>
      <dgm:spPr/>
      <dgm:t>
        <a:bodyPr/>
        <a:lstStyle/>
        <a:p>
          <a:endParaRPr lang="en-US"/>
        </a:p>
      </dgm:t>
    </dgm:pt>
    <dgm:pt modelId="{3598605A-FF61-4872-B669-4A6AC59AA5BF}" type="pres">
      <dgm:prSet presAssocID="{8AAAC5A9-5EA9-4348-9398-02E9DAE4C215}" presName="linear" presStyleCnt="0">
        <dgm:presLayoutVars>
          <dgm:animLvl val="lvl"/>
          <dgm:resizeHandles val="exact"/>
        </dgm:presLayoutVars>
      </dgm:prSet>
      <dgm:spPr/>
    </dgm:pt>
    <dgm:pt modelId="{C922992E-1739-4204-B074-B169655F8587}" type="pres">
      <dgm:prSet presAssocID="{F96913FB-B887-4E79-9813-1564D0DD663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A709E2-4DFA-4964-BD7F-B5555816DC4F}" type="pres">
      <dgm:prSet presAssocID="{E6EC8D65-37DA-4048-BCEA-ADB056E614AD}" presName="spacer" presStyleCnt="0"/>
      <dgm:spPr/>
    </dgm:pt>
    <dgm:pt modelId="{FEC05746-918E-4851-9CC3-7E83C5FEA093}" type="pres">
      <dgm:prSet presAssocID="{46BE3701-0F1A-40F9-9DCD-DC962E5796B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E41C3AB-9DFC-44F2-900A-F4A1599ADECC}" type="pres">
      <dgm:prSet presAssocID="{AA4F71D9-F556-46B2-A8DB-F424167F161E}" presName="spacer" presStyleCnt="0"/>
      <dgm:spPr/>
    </dgm:pt>
    <dgm:pt modelId="{16BC9BB5-8D2B-4FC8-8579-B89FC320E056}" type="pres">
      <dgm:prSet presAssocID="{DF340669-9160-4398-9493-ED518BE5622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58F483E-D22E-4B3A-A6B8-FEB9DE30BD1C}" srcId="{8AAAC5A9-5EA9-4348-9398-02E9DAE4C215}" destId="{DF340669-9160-4398-9493-ED518BE56229}" srcOrd="2" destOrd="0" parTransId="{0E681D40-1007-4978-B9B9-9CE748B72B79}" sibTransId="{3FDCF18E-6DA7-46B2-B986-8F573F2A6074}"/>
    <dgm:cxn modelId="{45BC9569-2C11-458B-B322-B3A10FC23366}" type="presOf" srcId="{DF340669-9160-4398-9493-ED518BE56229}" destId="{16BC9BB5-8D2B-4FC8-8579-B89FC320E056}" srcOrd="0" destOrd="0" presId="urn:microsoft.com/office/officeart/2005/8/layout/vList2"/>
    <dgm:cxn modelId="{0EBFB769-12FA-44FB-AE52-7AD0F5810814}" type="presOf" srcId="{46BE3701-0F1A-40F9-9DCD-DC962E5796BD}" destId="{FEC05746-918E-4851-9CC3-7E83C5FEA093}" srcOrd="0" destOrd="0" presId="urn:microsoft.com/office/officeart/2005/8/layout/vList2"/>
    <dgm:cxn modelId="{461BFA70-286F-4E88-A1A2-92705479F41E}" srcId="{8AAAC5A9-5EA9-4348-9398-02E9DAE4C215}" destId="{46BE3701-0F1A-40F9-9DCD-DC962E5796BD}" srcOrd="1" destOrd="0" parTransId="{B28E6F88-5F76-4476-BCED-403D42350854}" sibTransId="{AA4F71D9-F556-46B2-A8DB-F424167F161E}"/>
    <dgm:cxn modelId="{43D063A7-BF86-42A0-B5A7-5716D7CF9309}" type="presOf" srcId="{F96913FB-B887-4E79-9813-1564D0DD6631}" destId="{C922992E-1739-4204-B074-B169655F8587}" srcOrd="0" destOrd="0" presId="urn:microsoft.com/office/officeart/2005/8/layout/vList2"/>
    <dgm:cxn modelId="{387A75D2-5290-4FD5-AE2D-D5757CF118FC}" type="presOf" srcId="{8AAAC5A9-5EA9-4348-9398-02E9DAE4C215}" destId="{3598605A-FF61-4872-B669-4A6AC59AA5BF}" srcOrd="0" destOrd="0" presId="urn:microsoft.com/office/officeart/2005/8/layout/vList2"/>
    <dgm:cxn modelId="{4E439AE9-C54F-4330-972F-3B720589C336}" srcId="{8AAAC5A9-5EA9-4348-9398-02E9DAE4C215}" destId="{F96913FB-B887-4E79-9813-1564D0DD6631}" srcOrd="0" destOrd="0" parTransId="{D29E753F-C909-4202-97C5-16E8036A149F}" sibTransId="{E6EC8D65-37DA-4048-BCEA-ADB056E614AD}"/>
    <dgm:cxn modelId="{8FD64820-1297-4B6F-A496-D8BCDC460A89}" type="presParOf" srcId="{3598605A-FF61-4872-B669-4A6AC59AA5BF}" destId="{C922992E-1739-4204-B074-B169655F8587}" srcOrd="0" destOrd="0" presId="urn:microsoft.com/office/officeart/2005/8/layout/vList2"/>
    <dgm:cxn modelId="{C0A3F9A8-F071-421D-A4D4-3E166D4A68C5}" type="presParOf" srcId="{3598605A-FF61-4872-B669-4A6AC59AA5BF}" destId="{5AA709E2-4DFA-4964-BD7F-B5555816DC4F}" srcOrd="1" destOrd="0" presId="urn:microsoft.com/office/officeart/2005/8/layout/vList2"/>
    <dgm:cxn modelId="{5DF80006-484E-4532-9626-10DB475DE6A8}" type="presParOf" srcId="{3598605A-FF61-4872-B669-4A6AC59AA5BF}" destId="{FEC05746-918E-4851-9CC3-7E83C5FEA093}" srcOrd="2" destOrd="0" presId="urn:microsoft.com/office/officeart/2005/8/layout/vList2"/>
    <dgm:cxn modelId="{00CBE754-DFDA-4D9C-AEF7-A29E71377465}" type="presParOf" srcId="{3598605A-FF61-4872-B669-4A6AC59AA5BF}" destId="{9E41C3AB-9DFC-44F2-900A-F4A1599ADECC}" srcOrd="3" destOrd="0" presId="urn:microsoft.com/office/officeart/2005/8/layout/vList2"/>
    <dgm:cxn modelId="{359D3862-ABF5-400F-BB46-8745B3446C7B}" type="presParOf" srcId="{3598605A-FF61-4872-B669-4A6AC59AA5BF}" destId="{16BC9BB5-8D2B-4FC8-8579-B89FC320E05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C3C056E-7FF0-4631-8535-E315583BDD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98E96F-A2AE-431D-8002-04AA0A6F3B6D}">
      <dgm:prSet/>
      <dgm:spPr/>
      <dgm:t>
        <a:bodyPr/>
        <a:lstStyle/>
        <a:p>
          <a:r>
            <a:rPr lang="en-US"/>
            <a:t>Hydrogen is by far the most expensive (~$302 per HP), as it is new technology</a:t>
          </a:r>
        </a:p>
      </dgm:t>
    </dgm:pt>
    <dgm:pt modelId="{F76582FB-2F46-485E-BEF2-48DE7C14C424}" type="parTrans" cxnId="{BCD24374-9C5C-451E-8181-196EE95ED1FD}">
      <dgm:prSet/>
      <dgm:spPr/>
      <dgm:t>
        <a:bodyPr/>
        <a:lstStyle/>
        <a:p>
          <a:endParaRPr lang="en-US"/>
        </a:p>
      </dgm:t>
    </dgm:pt>
    <dgm:pt modelId="{20A6114C-FE4B-44A8-9119-E2BEFF72D39F}" type="sibTrans" cxnId="{BCD24374-9C5C-451E-8181-196EE95ED1FD}">
      <dgm:prSet/>
      <dgm:spPr/>
      <dgm:t>
        <a:bodyPr/>
        <a:lstStyle/>
        <a:p>
          <a:endParaRPr lang="en-US"/>
        </a:p>
      </dgm:t>
    </dgm:pt>
    <dgm:pt modelId="{8A609662-98BE-49FF-B04F-379A00627FE7}">
      <dgm:prSet/>
      <dgm:spPr/>
      <dgm:t>
        <a:bodyPr/>
        <a:lstStyle/>
        <a:p>
          <a:r>
            <a:rPr lang="en-US"/>
            <a:t>Future sales predicted to be low</a:t>
          </a:r>
        </a:p>
      </dgm:t>
    </dgm:pt>
    <dgm:pt modelId="{D44AB0B2-46AE-4B11-8817-84431E6F60E0}" type="parTrans" cxnId="{DDF5083B-2BA1-4259-AB5E-30BCD3343FB4}">
      <dgm:prSet/>
      <dgm:spPr/>
      <dgm:t>
        <a:bodyPr/>
        <a:lstStyle/>
        <a:p>
          <a:endParaRPr lang="en-US"/>
        </a:p>
      </dgm:t>
    </dgm:pt>
    <dgm:pt modelId="{B38733F3-E33A-42B4-A65C-8E79B08C3470}" type="sibTrans" cxnId="{DDF5083B-2BA1-4259-AB5E-30BCD3343FB4}">
      <dgm:prSet/>
      <dgm:spPr/>
      <dgm:t>
        <a:bodyPr/>
        <a:lstStyle/>
        <a:p>
          <a:endParaRPr lang="en-US"/>
        </a:p>
      </dgm:t>
    </dgm:pt>
    <dgm:pt modelId="{4B7C7B6C-B9E5-4CF4-8FF3-24B977AD4851}">
      <dgm:prSet/>
      <dgm:spPr/>
      <dgm:t>
        <a:bodyPr/>
        <a:lstStyle/>
        <a:p>
          <a:r>
            <a:rPr lang="en-US"/>
            <a:t>Unlikely to become large marketshare unless a new technological outbreak occurs</a:t>
          </a:r>
        </a:p>
      </dgm:t>
    </dgm:pt>
    <dgm:pt modelId="{72AA260B-F5EA-4F32-A59E-77C1E2FC0F8A}" type="parTrans" cxnId="{A7CE081A-7BD9-4DFA-B27E-4E4E1CE34110}">
      <dgm:prSet/>
      <dgm:spPr/>
      <dgm:t>
        <a:bodyPr/>
        <a:lstStyle/>
        <a:p>
          <a:endParaRPr lang="en-US"/>
        </a:p>
      </dgm:t>
    </dgm:pt>
    <dgm:pt modelId="{567F2163-DEC2-478B-9FF1-FE37BFB48E33}" type="sibTrans" cxnId="{A7CE081A-7BD9-4DFA-B27E-4E4E1CE34110}">
      <dgm:prSet/>
      <dgm:spPr/>
      <dgm:t>
        <a:bodyPr/>
        <a:lstStyle/>
        <a:p>
          <a:endParaRPr lang="en-US"/>
        </a:p>
      </dgm:t>
    </dgm:pt>
    <dgm:pt modelId="{EF1A5760-5359-475C-AB33-67DD0D3BF3E1}" type="pres">
      <dgm:prSet presAssocID="{AC3C056E-7FF0-4631-8535-E315583BDDC0}" presName="root" presStyleCnt="0">
        <dgm:presLayoutVars>
          <dgm:dir/>
          <dgm:resizeHandles val="exact"/>
        </dgm:presLayoutVars>
      </dgm:prSet>
      <dgm:spPr/>
    </dgm:pt>
    <dgm:pt modelId="{C98DA77E-8A47-4B27-A801-17C65E7D9ADC}" type="pres">
      <dgm:prSet presAssocID="{9A98E96F-A2AE-431D-8002-04AA0A6F3B6D}" presName="compNode" presStyleCnt="0"/>
      <dgm:spPr/>
    </dgm:pt>
    <dgm:pt modelId="{A732C3F7-00A5-407D-B701-20C851225CB8}" type="pres">
      <dgm:prSet presAssocID="{9A98E96F-A2AE-431D-8002-04AA0A6F3B6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0635FE8-7B1F-4068-8013-C9DEDA2BA1E3}" type="pres">
      <dgm:prSet presAssocID="{9A98E96F-A2AE-431D-8002-04AA0A6F3B6D}" presName="spaceRect" presStyleCnt="0"/>
      <dgm:spPr/>
    </dgm:pt>
    <dgm:pt modelId="{1F66F848-DBC4-4DBA-AD85-5CA523C04637}" type="pres">
      <dgm:prSet presAssocID="{9A98E96F-A2AE-431D-8002-04AA0A6F3B6D}" presName="textRect" presStyleLbl="revTx" presStyleIdx="0" presStyleCnt="3">
        <dgm:presLayoutVars>
          <dgm:chMax val="1"/>
          <dgm:chPref val="1"/>
        </dgm:presLayoutVars>
      </dgm:prSet>
      <dgm:spPr/>
    </dgm:pt>
    <dgm:pt modelId="{0D494F0B-B6F4-4B7B-88E4-227928A45CB3}" type="pres">
      <dgm:prSet presAssocID="{20A6114C-FE4B-44A8-9119-E2BEFF72D39F}" presName="sibTrans" presStyleCnt="0"/>
      <dgm:spPr/>
    </dgm:pt>
    <dgm:pt modelId="{66AA09A8-FDDD-4C08-81DE-4B14D1B1F76E}" type="pres">
      <dgm:prSet presAssocID="{8A609662-98BE-49FF-B04F-379A00627FE7}" presName="compNode" presStyleCnt="0"/>
      <dgm:spPr/>
    </dgm:pt>
    <dgm:pt modelId="{129B2735-A997-4697-AEFF-963B591B4DBE}" type="pres">
      <dgm:prSet presAssocID="{8A609662-98BE-49FF-B04F-379A00627FE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C569A76-4D74-4824-AD10-99C699B16D43}" type="pres">
      <dgm:prSet presAssocID="{8A609662-98BE-49FF-B04F-379A00627FE7}" presName="spaceRect" presStyleCnt="0"/>
      <dgm:spPr/>
    </dgm:pt>
    <dgm:pt modelId="{7A7ED6DB-56DC-43FF-93C7-2AC29B6E96F0}" type="pres">
      <dgm:prSet presAssocID="{8A609662-98BE-49FF-B04F-379A00627FE7}" presName="textRect" presStyleLbl="revTx" presStyleIdx="1" presStyleCnt="3">
        <dgm:presLayoutVars>
          <dgm:chMax val="1"/>
          <dgm:chPref val="1"/>
        </dgm:presLayoutVars>
      </dgm:prSet>
      <dgm:spPr/>
    </dgm:pt>
    <dgm:pt modelId="{DC29610D-F871-4D46-8E1A-2B961B6E8A4B}" type="pres">
      <dgm:prSet presAssocID="{B38733F3-E33A-42B4-A65C-8E79B08C3470}" presName="sibTrans" presStyleCnt="0"/>
      <dgm:spPr/>
    </dgm:pt>
    <dgm:pt modelId="{6E57CA80-1BB4-4247-B553-115BC8AA28C6}" type="pres">
      <dgm:prSet presAssocID="{4B7C7B6C-B9E5-4CF4-8FF3-24B977AD4851}" presName="compNode" presStyleCnt="0"/>
      <dgm:spPr/>
    </dgm:pt>
    <dgm:pt modelId="{F6356B8A-126B-4CC2-B00B-13D187561D6B}" type="pres">
      <dgm:prSet presAssocID="{4B7C7B6C-B9E5-4CF4-8FF3-24B977AD485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E542BC2-5481-4E6D-9861-4514DDA94EF5}" type="pres">
      <dgm:prSet presAssocID="{4B7C7B6C-B9E5-4CF4-8FF3-24B977AD4851}" presName="spaceRect" presStyleCnt="0"/>
      <dgm:spPr/>
    </dgm:pt>
    <dgm:pt modelId="{622E7D93-4D47-4161-AEA0-E2FF37EED847}" type="pres">
      <dgm:prSet presAssocID="{4B7C7B6C-B9E5-4CF4-8FF3-24B977AD485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7CE081A-7BD9-4DFA-B27E-4E4E1CE34110}" srcId="{AC3C056E-7FF0-4631-8535-E315583BDDC0}" destId="{4B7C7B6C-B9E5-4CF4-8FF3-24B977AD4851}" srcOrd="2" destOrd="0" parTransId="{72AA260B-F5EA-4F32-A59E-77C1E2FC0F8A}" sibTransId="{567F2163-DEC2-478B-9FF1-FE37BFB48E33}"/>
    <dgm:cxn modelId="{DDF5083B-2BA1-4259-AB5E-30BCD3343FB4}" srcId="{AC3C056E-7FF0-4631-8535-E315583BDDC0}" destId="{8A609662-98BE-49FF-B04F-379A00627FE7}" srcOrd="1" destOrd="0" parTransId="{D44AB0B2-46AE-4B11-8817-84431E6F60E0}" sibTransId="{B38733F3-E33A-42B4-A65C-8E79B08C3470}"/>
    <dgm:cxn modelId="{4AAF8B43-83FB-4678-A795-12BD7CC7ABD6}" type="presOf" srcId="{AC3C056E-7FF0-4631-8535-E315583BDDC0}" destId="{EF1A5760-5359-475C-AB33-67DD0D3BF3E1}" srcOrd="0" destOrd="0" presId="urn:microsoft.com/office/officeart/2018/2/layout/IconLabelList"/>
    <dgm:cxn modelId="{BCD24374-9C5C-451E-8181-196EE95ED1FD}" srcId="{AC3C056E-7FF0-4631-8535-E315583BDDC0}" destId="{9A98E96F-A2AE-431D-8002-04AA0A6F3B6D}" srcOrd="0" destOrd="0" parTransId="{F76582FB-2F46-485E-BEF2-48DE7C14C424}" sibTransId="{20A6114C-FE4B-44A8-9119-E2BEFF72D39F}"/>
    <dgm:cxn modelId="{B1BD4BB5-10A4-42F1-80C6-1987489075A1}" type="presOf" srcId="{9A98E96F-A2AE-431D-8002-04AA0A6F3B6D}" destId="{1F66F848-DBC4-4DBA-AD85-5CA523C04637}" srcOrd="0" destOrd="0" presId="urn:microsoft.com/office/officeart/2018/2/layout/IconLabelList"/>
    <dgm:cxn modelId="{0FF257C6-D9EC-4F1C-A0CD-92C0AF7F112C}" type="presOf" srcId="{8A609662-98BE-49FF-B04F-379A00627FE7}" destId="{7A7ED6DB-56DC-43FF-93C7-2AC29B6E96F0}" srcOrd="0" destOrd="0" presId="urn:microsoft.com/office/officeart/2018/2/layout/IconLabelList"/>
    <dgm:cxn modelId="{9CBAD1EB-3313-4AC7-B758-5ED65B8502F1}" type="presOf" srcId="{4B7C7B6C-B9E5-4CF4-8FF3-24B977AD4851}" destId="{622E7D93-4D47-4161-AEA0-E2FF37EED847}" srcOrd="0" destOrd="0" presId="urn:microsoft.com/office/officeart/2018/2/layout/IconLabelList"/>
    <dgm:cxn modelId="{39AE041F-D8FF-4FE1-A2ED-1A79AF57BE54}" type="presParOf" srcId="{EF1A5760-5359-475C-AB33-67DD0D3BF3E1}" destId="{C98DA77E-8A47-4B27-A801-17C65E7D9ADC}" srcOrd="0" destOrd="0" presId="urn:microsoft.com/office/officeart/2018/2/layout/IconLabelList"/>
    <dgm:cxn modelId="{A73E300E-38E4-4329-9129-79203CB1588C}" type="presParOf" srcId="{C98DA77E-8A47-4B27-A801-17C65E7D9ADC}" destId="{A732C3F7-00A5-407D-B701-20C851225CB8}" srcOrd="0" destOrd="0" presId="urn:microsoft.com/office/officeart/2018/2/layout/IconLabelList"/>
    <dgm:cxn modelId="{E9E5BD27-44E0-47BE-9BC6-3C0DC5ECC370}" type="presParOf" srcId="{C98DA77E-8A47-4B27-A801-17C65E7D9ADC}" destId="{C0635FE8-7B1F-4068-8013-C9DEDA2BA1E3}" srcOrd="1" destOrd="0" presId="urn:microsoft.com/office/officeart/2018/2/layout/IconLabelList"/>
    <dgm:cxn modelId="{88665297-2B2D-4E53-AAF6-AB36EC0FF318}" type="presParOf" srcId="{C98DA77E-8A47-4B27-A801-17C65E7D9ADC}" destId="{1F66F848-DBC4-4DBA-AD85-5CA523C04637}" srcOrd="2" destOrd="0" presId="urn:microsoft.com/office/officeart/2018/2/layout/IconLabelList"/>
    <dgm:cxn modelId="{A8D5C45B-E0BB-4720-9951-08594F5033A7}" type="presParOf" srcId="{EF1A5760-5359-475C-AB33-67DD0D3BF3E1}" destId="{0D494F0B-B6F4-4B7B-88E4-227928A45CB3}" srcOrd="1" destOrd="0" presId="urn:microsoft.com/office/officeart/2018/2/layout/IconLabelList"/>
    <dgm:cxn modelId="{0FD4C6A8-5923-42C0-8E9C-5A58B3F3A0A3}" type="presParOf" srcId="{EF1A5760-5359-475C-AB33-67DD0D3BF3E1}" destId="{66AA09A8-FDDD-4C08-81DE-4B14D1B1F76E}" srcOrd="2" destOrd="0" presId="urn:microsoft.com/office/officeart/2018/2/layout/IconLabelList"/>
    <dgm:cxn modelId="{74EC0E1C-E8D8-4076-ADA0-453CBD9C51A3}" type="presParOf" srcId="{66AA09A8-FDDD-4C08-81DE-4B14D1B1F76E}" destId="{129B2735-A997-4697-AEFF-963B591B4DBE}" srcOrd="0" destOrd="0" presId="urn:microsoft.com/office/officeart/2018/2/layout/IconLabelList"/>
    <dgm:cxn modelId="{19AE2EA8-27E5-49F6-9B54-44DF3EEDC81B}" type="presParOf" srcId="{66AA09A8-FDDD-4C08-81DE-4B14D1B1F76E}" destId="{8C569A76-4D74-4824-AD10-99C699B16D43}" srcOrd="1" destOrd="0" presId="urn:microsoft.com/office/officeart/2018/2/layout/IconLabelList"/>
    <dgm:cxn modelId="{FCCA7F80-3D64-4A42-A5C4-8D506C5E5A85}" type="presParOf" srcId="{66AA09A8-FDDD-4C08-81DE-4B14D1B1F76E}" destId="{7A7ED6DB-56DC-43FF-93C7-2AC29B6E96F0}" srcOrd="2" destOrd="0" presId="urn:microsoft.com/office/officeart/2018/2/layout/IconLabelList"/>
    <dgm:cxn modelId="{57784F38-797D-45DC-9EC9-81227B09B43A}" type="presParOf" srcId="{EF1A5760-5359-475C-AB33-67DD0D3BF3E1}" destId="{DC29610D-F871-4D46-8E1A-2B961B6E8A4B}" srcOrd="3" destOrd="0" presId="urn:microsoft.com/office/officeart/2018/2/layout/IconLabelList"/>
    <dgm:cxn modelId="{4D28AD83-214D-4D4D-86A2-BB703A419192}" type="presParOf" srcId="{EF1A5760-5359-475C-AB33-67DD0D3BF3E1}" destId="{6E57CA80-1BB4-4247-B553-115BC8AA28C6}" srcOrd="4" destOrd="0" presId="urn:microsoft.com/office/officeart/2018/2/layout/IconLabelList"/>
    <dgm:cxn modelId="{B15E51AA-D824-42C0-8C41-C616B81000EF}" type="presParOf" srcId="{6E57CA80-1BB4-4247-B553-115BC8AA28C6}" destId="{F6356B8A-126B-4CC2-B00B-13D187561D6B}" srcOrd="0" destOrd="0" presId="urn:microsoft.com/office/officeart/2018/2/layout/IconLabelList"/>
    <dgm:cxn modelId="{C4CCFE77-E8C8-483E-9FE4-25F92E2C42A5}" type="presParOf" srcId="{6E57CA80-1BB4-4247-B553-115BC8AA28C6}" destId="{EE542BC2-5481-4E6D-9861-4514DDA94EF5}" srcOrd="1" destOrd="0" presId="urn:microsoft.com/office/officeart/2018/2/layout/IconLabelList"/>
    <dgm:cxn modelId="{33DD112C-E9C7-454F-A596-5F4AC50F90A2}" type="presParOf" srcId="{6E57CA80-1BB4-4247-B553-115BC8AA28C6}" destId="{622E7D93-4D47-4161-AEA0-E2FF37EED84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55E3B89-2661-4268-A0EB-89CBBEF5166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A68FB31-041E-44BE-93F3-27CF1128EA00}">
      <dgm:prSet/>
      <dgm:spPr/>
      <dgm:t>
        <a:bodyPr/>
        <a:lstStyle/>
        <a:p>
          <a:pPr>
            <a:defRPr cap="all"/>
          </a:pPr>
          <a:r>
            <a:rPr lang="en-US"/>
            <a:t>Looking at HP_per_CC we see that Petrol and Diesel are not very efficient</a:t>
          </a:r>
        </a:p>
      </dgm:t>
    </dgm:pt>
    <dgm:pt modelId="{DAEAE5D1-BB40-4442-8556-54B12368F7EE}" type="parTrans" cxnId="{1F244358-2656-4513-9810-35A45DA3EB30}">
      <dgm:prSet/>
      <dgm:spPr/>
      <dgm:t>
        <a:bodyPr/>
        <a:lstStyle/>
        <a:p>
          <a:endParaRPr lang="en-US"/>
        </a:p>
      </dgm:t>
    </dgm:pt>
    <dgm:pt modelId="{458D1FE0-7D56-408B-9100-BD9EC45BE20A}" type="sibTrans" cxnId="{1F244358-2656-4513-9810-35A45DA3EB30}">
      <dgm:prSet/>
      <dgm:spPr/>
      <dgm:t>
        <a:bodyPr/>
        <a:lstStyle/>
        <a:p>
          <a:endParaRPr lang="en-US"/>
        </a:p>
      </dgm:t>
    </dgm:pt>
    <dgm:pt modelId="{F10B9A48-13F9-460B-91E6-9C5674438AD7}">
      <dgm:prSet/>
      <dgm:spPr/>
      <dgm:t>
        <a:bodyPr/>
        <a:lstStyle/>
        <a:p>
          <a:pPr>
            <a:defRPr cap="all"/>
          </a:pPr>
          <a:r>
            <a:rPr lang="en-US"/>
            <a:t>Electric and Hybrid’s efficiency ratios are much higher</a:t>
          </a:r>
        </a:p>
      </dgm:t>
    </dgm:pt>
    <dgm:pt modelId="{7465F801-330E-4FB4-B47D-457B05E51222}" type="parTrans" cxnId="{B4BCEC93-37ED-4023-800C-588C5241AE04}">
      <dgm:prSet/>
      <dgm:spPr/>
      <dgm:t>
        <a:bodyPr/>
        <a:lstStyle/>
        <a:p>
          <a:endParaRPr lang="en-US"/>
        </a:p>
      </dgm:t>
    </dgm:pt>
    <dgm:pt modelId="{243F863B-29F9-4E14-824A-F75B671E5C9B}" type="sibTrans" cxnId="{B4BCEC93-37ED-4023-800C-588C5241AE04}">
      <dgm:prSet/>
      <dgm:spPr/>
      <dgm:t>
        <a:bodyPr/>
        <a:lstStyle/>
        <a:p>
          <a:endParaRPr lang="en-US"/>
        </a:p>
      </dgm:t>
    </dgm:pt>
    <dgm:pt modelId="{9665EFAD-C324-4B05-A4E8-130DA866A327}">
      <dgm:prSet/>
      <dgm:spPr/>
      <dgm:t>
        <a:bodyPr/>
        <a:lstStyle/>
        <a:p>
          <a:pPr>
            <a:defRPr cap="all"/>
          </a:pPr>
          <a:r>
            <a:rPr lang="en-US"/>
            <a:t>Possible that efficiency will play a much larger role in the future in the metric of car price or luxury status. (Currently this is still 0-100 speed)</a:t>
          </a:r>
        </a:p>
      </dgm:t>
    </dgm:pt>
    <dgm:pt modelId="{49B24FA7-ECA3-4712-9CF4-BCC1D514D97E}" type="parTrans" cxnId="{6ABBB437-D683-49C0-B0A0-CF7D6F711EA9}">
      <dgm:prSet/>
      <dgm:spPr/>
      <dgm:t>
        <a:bodyPr/>
        <a:lstStyle/>
        <a:p>
          <a:endParaRPr lang="en-US"/>
        </a:p>
      </dgm:t>
    </dgm:pt>
    <dgm:pt modelId="{454B5693-789B-4D7D-814E-36ADCD6777EA}" type="sibTrans" cxnId="{6ABBB437-D683-49C0-B0A0-CF7D6F711EA9}">
      <dgm:prSet/>
      <dgm:spPr/>
      <dgm:t>
        <a:bodyPr/>
        <a:lstStyle/>
        <a:p>
          <a:endParaRPr lang="en-US"/>
        </a:p>
      </dgm:t>
    </dgm:pt>
    <dgm:pt modelId="{DDBD05AA-8EB0-46E6-B8CB-278A1453D277}" type="pres">
      <dgm:prSet presAssocID="{555E3B89-2661-4268-A0EB-89CBBEF51664}" presName="root" presStyleCnt="0">
        <dgm:presLayoutVars>
          <dgm:dir/>
          <dgm:resizeHandles val="exact"/>
        </dgm:presLayoutVars>
      </dgm:prSet>
      <dgm:spPr/>
    </dgm:pt>
    <dgm:pt modelId="{259DF372-2056-426C-89CC-700ADB0B39F9}" type="pres">
      <dgm:prSet presAssocID="{3A68FB31-041E-44BE-93F3-27CF1128EA00}" presName="compNode" presStyleCnt="0"/>
      <dgm:spPr/>
    </dgm:pt>
    <dgm:pt modelId="{2C5B00A6-0A9B-425F-99D8-862A64D3CEE2}" type="pres">
      <dgm:prSet presAssocID="{3A68FB31-041E-44BE-93F3-27CF1128EA00}" presName="iconBgRect" presStyleLbl="bgShp" presStyleIdx="0" presStyleCnt="3"/>
      <dgm:spPr/>
    </dgm:pt>
    <dgm:pt modelId="{048AC840-0AC1-4DD3-BA07-0071883610B1}" type="pres">
      <dgm:prSet presAssocID="{3A68FB31-041E-44BE-93F3-27CF1128EA0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E882A41B-3867-4EAA-ACF4-7492C9C8A9DE}" type="pres">
      <dgm:prSet presAssocID="{3A68FB31-041E-44BE-93F3-27CF1128EA00}" presName="spaceRect" presStyleCnt="0"/>
      <dgm:spPr/>
    </dgm:pt>
    <dgm:pt modelId="{F535CE66-B083-4DA1-BFDF-5D3838E69D1F}" type="pres">
      <dgm:prSet presAssocID="{3A68FB31-041E-44BE-93F3-27CF1128EA00}" presName="textRect" presStyleLbl="revTx" presStyleIdx="0" presStyleCnt="3">
        <dgm:presLayoutVars>
          <dgm:chMax val="1"/>
          <dgm:chPref val="1"/>
        </dgm:presLayoutVars>
      </dgm:prSet>
      <dgm:spPr/>
    </dgm:pt>
    <dgm:pt modelId="{AE097789-434B-4DD2-B4DA-528E80CB2550}" type="pres">
      <dgm:prSet presAssocID="{458D1FE0-7D56-408B-9100-BD9EC45BE20A}" presName="sibTrans" presStyleCnt="0"/>
      <dgm:spPr/>
    </dgm:pt>
    <dgm:pt modelId="{8041D2C1-708B-443F-AF10-A3479786BF24}" type="pres">
      <dgm:prSet presAssocID="{F10B9A48-13F9-460B-91E6-9C5674438AD7}" presName="compNode" presStyleCnt="0"/>
      <dgm:spPr/>
    </dgm:pt>
    <dgm:pt modelId="{3A7AEFEB-00D2-474A-89FB-BC8B10B33F5D}" type="pres">
      <dgm:prSet presAssocID="{F10B9A48-13F9-460B-91E6-9C5674438AD7}" presName="iconBgRect" presStyleLbl="bgShp" presStyleIdx="1" presStyleCnt="3"/>
      <dgm:spPr/>
    </dgm:pt>
    <dgm:pt modelId="{6A0069D3-5284-4B18-B53F-789C365A0357}" type="pres">
      <dgm:prSet presAssocID="{F10B9A48-13F9-460B-91E6-9C5674438AD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A77D055-5056-4C28-B87B-AFA763552454}" type="pres">
      <dgm:prSet presAssocID="{F10B9A48-13F9-460B-91E6-9C5674438AD7}" presName="spaceRect" presStyleCnt="0"/>
      <dgm:spPr/>
    </dgm:pt>
    <dgm:pt modelId="{09D05E85-8539-4BE1-B082-BB35A3905583}" type="pres">
      <dgm:prSet presAssocID="{F10B9A48-13F9-460B-91E6-9C5674438AD7}" presName="textRect" presStyleLbl="revTx" presStyleIdx="1" presStyleCnt="3">
        <dgm:presLayoutVars>
          <dgm:chMax val="1"/>
          <dgm:chPref val="1"/>
        </dgm:presLayoutVars>
      </dgm:prSet>
      <dgm:spPr/>
    </dgm:pt>
    <dgm:pt modelId="{DE728075-7BD8-4519-84E9-1CA69480B87F}" type="pres">
      <dgm:prSet presAssocID="{243F863B-29F9-4E14-824A-F75B671E5C9B}" presName="sibTrans" presStyleCnt="0"/>
      <dgm:spPr/>
    </dgm:pt>
    <dgm:pt modelId="{D2C6A7E0-F876-40CA-B3DA-661B8D40CA58}" type="pres">
      <dgm:prSet presAssocID="{9665EFAD-C324-4B05-A4E8-130DA866A327}" presName="compNode" presStyleCnt="0"/>
      <dgm:spPr/>
    </dgm:pt>
    <dgm:pt modelId="{9CB7FFBA-86F4-431D-9DD0-A61D25F99794}" type="pres">
      <dgm:prSet presAssocID="{9665EFAD-C324-4B05-A4E8-130DA866A327}" presName="iconBgRect" presStyleLbl="bgShp" presStyleIdx="2" presStyleCnt="3"/>
      <dgm:spPr/>
    </dgm:pt>
    <dgm:pt modelId="{6BD6178B-B8A5-4ACC-82FE-E17D8EEC7C9E}" type="pres">
      <dgm:prSet presAssocID="{9665EFAD-C324-4B05-A4E8-130DA866A32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FD8C4DA1-643C-4BC2-A3AD-4D8285788F02}" type="pres">
      <dgm:prSet presAssocID="{9665EFAD-C324-4B05-A4E8-130DA866A327}" presName="spaceRect" presStyleCnt="0"/>
      <dgm:spPr/>
    </dgm:pt>
    <dgm:pt modelId="{3516D84B-54CF-4425-823C-C6AABFAF98A5}" type="pres">
      <dgm:prSet presAssocID="{9665EFAD-C324-4B05-A4E8-130DA866A32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307320C-CAB2-4E22-AF31-0CDDEDC12DCF}" type="presOf" srcId="{F10B9A48-13F9-460B-91E6-9C5674438AD7}" destId="{09D05E85-8539-4BE1-B082-BB35A3905583}" srcOrd="0" destOrd="0" presId="urn:microsoft.com/office/officeart/2018/5/layout/IconCircleLabelList"/>
    <dgm:cxn modelId="{6ABBB437-D683-49C0-B0A0-CF7D6F711EA9}" srcId="{555E3B89-2661-4268-A0EB-89CBBEF51664}" destId="{9665EFAD-C324-4B05-A4E8-130DA866A327}" srcOrd="2" destOrd="0" parTransId="{49B24FA7-ECA3-4712-9CF4-BCC1D514D97E}" sibTransId="{454B5693-789B-4D7D-814E-36ADCD6777EA}"/>
    <dgm:cxn modelId="{87368569-6420-4E4B-A45F-34FB8EA8A9DD}" type="presOf" srcId="{3A68FB31-041E-44BE-93F3-27CF1128EA00}" destId="{F535CE66-B083-4DA1-BFDF-5D3838E69D1F}" srcOrd="0" destOrd="0" presId="urn:microsoft.com/office/officeart/2018/5/layout/IconCircleLabelList"/>
    <dgm:cxn modelId="{1F244358-2656-4513-9810-35A45DA3EB30}" srcId="{555E3B89-2661-4268-A0EB-89CBBEF51664}" destId="{3A68FB31-041E-44BE-93F3-27CF1128EA00}" srcOrd="0" destOrd="0" parTransId="{DAEAE5D1-BB40-4442-8556-54B12368F7EE}" sibTransId="{458D1FE0-7D56-408B-9100-BD9EC45BE20A}"/>
    <dgm:cxn modelId="{B4BCEC93-37ED-4023-800C-588C5241AE04}" srcId="{555E3B89-2661-4268-A0EB-89CBBEF51664}" destId="{F10B9A48-13F9-460B-91E6-9C5674438AD7}" srcOrd="1" destOrd="0" parTransId="{7465F801-330E-4FB4-B47D-457B05E51222}" sibTransId="{243F863B-29F9-4E14-824A-F75B671E5C9B}"/>
    <dgm:cxn modelId="{801FB7C6-1022-4593-8E1C-6E41C48A2DEF}" type="presOf" srcId="{555E3B89-2661-4268-A0EB-89CBBEF51664}" destId="{DDBD05AA-8EB0-46E6-B8CB-278A1453D277}" srcOrd="0" destOrd="0" presId="urn:microsoft.com/office/officeart/2018/5/layout/IconCircleLabelList"/>
    <dgm:cxn modelId="{495749DA-A414-4F2B-A672-0A33621AAC18}" type="presOf" srcId="{9665EFAD-C324-4B05-A4E8-130DA866A327}" destId="{3516D84B-54CF-4425-823C-C6AABFAF98A5}" srcOrd="0" destOrd="0" presId="urn:microsoft.com/office/officeart/2018/5/layout/IconCircleLabelList"/>
    <dgm:cxn modelId="{ACA5F31F-0891-4D78-9FB6-60995D1F1D8C}" type="presParOf" srcId="{DDBD05AA-8EB0-46E6-B8CB-278A1453D277}" destId="{259DF372-2056-426C-89CC-700ADB0B39F9}" srcOrd="0" destOrd="0" presId="urn:microsoft.com/office/officeart/2018/5/layout/IconCircleLabelList"/>
    <dgm:cxn modelId="{317119AB-0C64-49FA-991F-518A9ADCA370}" type="presParOf" srcId="{259DF372-2056-426C-89CC-700ADB0B39F9}" destId="{2C5B00A6-0A9B-425F-99D8-862A64D3CEE2}" srcOrd="0" destOrd="0" presId="urn:microsoft.com/office/officeart/2018/5/layout/IconCircleLabelList"/>
    <dgm:cxn modelId="{82E91D33-CF08-49B8-9439-0D8C132B9E5E}" type="presParOf" srcId="{259DF372-2056-426C-89CC-700ADB0B39F9}" destId="{048AC840-0AC1-4DD3-BA07-0071883610B1}" srcOrd="1" destOrd="0" presId="urn:microsoft.com/office/officeart/2018/5/layout/IconCircleLabelList"/>
    <dgm:cxn modelId="{D0F6465D-A22E-486C-AF88-C592A5BFD130}" type="presParOf" srcId="{259DF372-2056-426C-89CC-700ADB0B39F9}" destId="{E882A41B-3867-4EAA-ACF4-7492C9C8A9DE}" srcOrd="2" destOrd="0" presId="urn:microsoft.com/office/officeart/2018/5/layout/IconCircleLabelList"/>
    <dgm:cxn modelId="{79AC257C-EC22-465B-BAE2-E598119BC662}" type="presParOf" srcId="{259DF372-2056-426C-89CC-700ADB0B39F9}" destId="{F535CE66-B083-4DA1-BFDF-5D3838E69D1F}" srcOrd="3" destOrd="0" presId="urn:microsoft.com/office/officeart/2018/5/layout/IconCircleLabelList"/>
    <dgm:cxn modelId="{815417A5-BE4D-4A06-8725-E06855F4DD94}" type="presParOf" srcId="{DDBD05AA-8EB0-46E6-B8CB-278A1453D277}" destId="{AE097789-434B-4DD2-B4DA-528E80CB2550}" srcOrd="1" destOrd="0" presId="urn:microsoft.com/office/officeart/2018/5/layout/IconCircleLabelList"/>
    <dgm:cxn modelId="{CB2E5B1D-2A8D-4CC4-8165-C8FEADCECBD4}" type="presParOf" srcId="{DDBD05AA-8EB0-46E6-B8CB-278A1453D277}" destId="{8041D2C1-708B-443F-AF10-A3479786BF24}" srcOrd="2" destOrd="0" presId="urn:microsoft.com/office/officeart/2018/5/layout/IconCircleLabelList"/>
    <dgm:cxn modelId="{DB2F19F2-263D-45B4-AFCE-B3C87129A949}" type="presParOf" srcId="{8041D2C1-708B-443F-AF10-A3479786BF24}" destId="{3A7AEFEB-00D2-474A-89FB-BC8B10B33F5D}" srcOrd="0" destOrd="0" presId="urn:microsoft.com/office/officeart/2018/5/layout/IconCircleLabelList"/>
    <dgm:cxn modelId="{A19B2498-EB1F-4600-8AFD-4E145F9C59CB}" type="presParOf" srcId="{8041D2C1-708B-443F-AF10-A3479786BF24}" destId="{6A0069D3-5284-4B18-B53F-789C365A0357}" srcOrd="1" destOrd="0" presId="urn:microsoft.com/office/officeart/2018/5/layout/IconCircleLabelList"/>
    <dgm:cxn modelId="{BC2B1E6A-5F60-4D06-A489-70AB2CD59C4A}" type="presParOf" srcId="{8041D2C1-708B-443F-AF10-A3479786BF24}" destId="{5A77D055-5056-4C28-B87B-AFA763552454}" srcOrd="2" destOrd="0" presId="urn:microsoft.com/office/officeart/2018/5/layout/IconCircleLabelList"/>
    <dgm:cxn modelId="{BFFE3A98-6027-4F7E-BE83-EB5704382641}" type="presParOf" srcId="{8041D2C1-708B-443F-AF10-A3479786BF24}" destId="{09D05E85-8539-4BE1-B082-BB35A3905583}" srcOrd="3" destOrd="0" presId="urn:microsoft.com/office/officeart/2018/5/layout/IconCircleLabelList"/>
    <dgm:cxn modelId="{9379BB3E-4A87-487A-A339-56640B7C43C4}" type="presParOf" srcId="{DDBD05AA-8EB0-46E6-B8CB-278A1453D277}" destId="{DE728075-7BD8-4519-84E9-1CA69480B87F}" srcOrd="3" destOrd="0" presId="urn:microsoft.com/office/officeart/2018/5/layout/IconCircleLabelList"/>
    <dgm:cxn modelId="{55B2CFB7-2E91-451D-921A-B4978EB7C1FA}" type="presParOf" srcId="{DDBD05AA-8EB0-46E6-B8CB-278A1453D277}" destId="{D2C6A7E0-F876-40CA-B3DA-661B8D40CA58}" srcOrd="4" destOrd="0" presId="urn:microsoft.com/office/officeart/2018/5/layout/IconCircleLabelList"/>
    <dgm:cxn modelId="{F6062D3E-FA5C-4157-9656-25EBF5BBEEF0}" type="presParOf" srcId="{D2C6A7E0-F876-40CA-B3DA-661B8D40CA58}" destId="{9CB7FFBA-86F4-431D-9DD0-A61D25F99794}" srcOrd="0" destOrd="0" presId="urn:microsoft.com/office/officeart/2018/5/layout/IconCircleLabelList"/>
    <dgm:cxn modelId="{5FF2A5FA-4174-439E-BA9C-DD92EC1DAF42}" type="presParOf" srcId="{D2C6A7E0-F876-40CA-B3DA-661B8D40CA58}" destId="{6BD6178B-B8A5-4ACC-82FE-E17D8EEC7C9E}" srcOrd="1" destOrd="0" presId="urn:microsoft.com/office/officeart/2018/5/layout/IconCircleLabelList"/>
    <dgm:cxn modelId="{71F0247F-05CD-4F3C-B367-1E6BB23DE556}" type="presParOf" srcId="{D2C6A7E0-F876-40CA-B3DA-661B8D40CA58}" destId="{FD8C4DA1-643C-4BC2-A3AD-4D8285788F02}" srcOrd="2" destOrd="0" presId="urn:microsoft.com/office/officeart/2018/5/layout/IconCircleLabelList"/>
    <dgm:cxn modelId="{E649F4BE-98A6-4DF6-A7BB-9F4F8BD53FB5}" type="presParOf" srcId="{D2C6A7E0-F876-40CA-B3DA-661B8D40CA58}" destId="{3516D84B-54CF-4425-823C-C6AABFAF98A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8FD946C-E2F1-4D60-94D7-7C4CF75212E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4F0CAB-DA76-416B-A3B3-FAF1A6D72211}">
      <dgm:prSet/>
      <dgm:spPr/>
      <dgm:t>
        <a:bodyPr/>
        <a:lstStyle/>
        <a:p>
          <a:r>
            <a:rPr lang="en-US"/>
            <a:t>Horsepower is the most important thing to consider when it comes to predicting prices of a car</a:t>
          </a:r>
        </a:p>
      </dgm:t>
    </dgm:pt>
    <dgm:pt modelId="{FCA5D2C0-91A5-4EC2-A72C-9CFC029CACD9}" type="parTrans" cxnId="{D6625789-3A18-4873-A4B0-367D7B57E01E}">
      <dgm:prSet/>
      <dgm:spPr/>
      <dgm:t>
        <a:bodyPr/>
        <a:lstStyle/>
        <a:p>
          <a:endParaRPr lang="en-US"/>
        </a:p>
      </dgm:t>
    </dgm:pt>
    <dgm:pt modelId="{AB761B00-7259-4939-8274-76100E05243C}" type="sibTrans" cxnId="{D6625789-3A18-4873-A4B0-367D7B57E01E}">
      <dgm:prSet/>
      <dgm:spPr/>
      <dgm:t>
        <a:bodyPr/>
        <a:lstStyle/>
        <a:p>
          <a:endParaRPr lang="en-US"/>
        </a:p>
      </dgm:t>
    </dgm:pt>
    <dgm:pt modelId="{FB89129B-F4C5-4DE9-84C7-9CF3C53A6224}">
      <dgm:prSet/>
      <dgm:spPr/>
      <dgm:t>
        <a:bodyPr/>
        <a:lstStyle/>
        <a:p>
          <a:r>
            <a:rPr lang="en-US"/>
            <a:t>The number of seats have little to no impact to the overall car prices. The future of car pricing will not depend on the interior of a car (seats wise) as much as the performance does.</a:t>
          </a:r>
        </a:p>
      </dgm:t>
    </dgm:pt>
    <dgm:pt modelId="{73F0ECA6-677A-4D5A-BA8E-D358280E8721}" type="parTrans" cxnId="{5DF76C17-F842-4079-B7AE-499FF82CA71B}">
      <dgm:prSet/>
      <dgm:spPr/>
      <dgm:t>
        <a:bodyPr/>
        <a:lstStyle/>
        <a:p>
          <a:endParaRPr lang="en-US"/>
        </a:p>
      </dgm:t>
    </dgm:pt>
    <dgm:pt modelId="{8B2885D1-A63D-4637-97BB-4EBC162FB812}" type="sibTrans" cxnId="{5DF76C17-F842-4079-B7AE-499FF82CA71B}">
      <dgm:prSet/>
      <dgm:spPr/>
      <dgm:t>
        <a:bodyPr/>
        <a:lstStyle/>
        <a:p>
          <a:endParaRPr lang="en-US"/>
        </a:p>
      </dgm:t>
    </dgm:pt>
    <dgm:pt modelId="{5E701595-4C2E-4378-B820-A2DFC9EE29E0}" type="pres">
      <dgm:prSet presAssocID="{E8FD946C-E2F1-4D60-94D7-7C4CF75212E4}" presName="root" presStyleCnt="0">
        <dgm:presLayoutVars>
          <dgm:dir/>
          <dgm:resizeHandles val="exact"/>
        </dgm:presLayoutVars>
      </dgm:prSet>
      <dgm:spPr/>
    </dgm:pt>
    <dgm:pt modelId="{32B912FB-0A81-480E-8FBC-23C0D9D59E20}" type="pres">
      <dgm:prSet presAssocID="{DD4F0CAB-DA76-416B-A3B3-FAF1A6D72211}" presName="compNode" presStyleCnt="0"/>
      <dgm:spPr/>
    </dgm:pt>
    <dgm:pt modelId="{DC774C7B-EBED-4323-A047-EC61995E02CA}" type="pres">
      <dgm:prSet presAssocID="{DD4F0CAB-DA76-416B-A3B3-FAF1A6D7221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01897EC5-2A87-4653-9E05-7DA35B0BB715}" type="pres">
      <dgm:prSet presAssocID="{DD4F0CAB-DA76-416B-A3B3-FAF1A6D72211}" presName="spaceRect" presStyleCnt="0"/>
      <dgm:spPr/>
    </dgm:pt>
    <dgm:pt modelId="{822DA24B-104F-4A77-9A96-37A6F7874BA9}" type="pres">
      <dgm:prSet presAssocID="{DD4F0CAB-DA76-416B-A3B3-FAF1A6D72211}" presName="textRect" presStyleLbl="revTx" presStyleIdx="0" presStyleCnt="2">
        <dgm:presLayoutVars>
          <dgm:chMax val="1"/>
          <dgm:chPref val="1"/>
        </dgm:presLayoutVars>
      </dgm:prSet>
      <dgm:spPr/>
    </dgm:pt>
    <dgm:pt modelId="{DFA044C4-5792-4F38-9C9A-783280D1813D}" type="pres">
      <dgm:prSet presAssocID="{AB761B00-7259-4939-8274-76100E05243C}" presName="sibTrans" presStyleCnt="0"/>
      <dgm:spPr/>
    </dgm:pt>
    <dgm:pt modelId="{51197F62-B8F3-433B-AA31-70C36B4ADE42}" type="pres">
      <dgm:prSet presAssocID="{FB89129B-F4C5-4DE9-84C7-9CF3C53A6224}" presName="compNode" presStyleCnt="0"/>
      <dgm:spPr/>
    </dgm:pt>
    <dgm:pt modelId="{C064D09D-A487-4447-9AD5-162F0AD87AD9}" type="pres">
      <dgm:prSet presAssocID="{FB89129B-F4C5-4DE9-84C7-9CF3C53A622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84129AC8-7705-4913-B513-9AD6383C2147}" type="pres">
      <dgm:prSet presAssocID="{FB89129B-F4C5-4DE9-84C7-9CF3C53A6224}" presName="spaceRect" presStyleCnt="0"/>
      <dgm:spPr/>
    </dgm:pt>
    <dgm:pt modelId="{59F5232F-AB5D-424E-B047-BA4E9F90EBF7}" type="pres">
      <dgm:prSet presAssocID="{FB89129B-F4C5-4DE9-84C7-9CF3C53A622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E3BD305-7361-462C-A7E3-99D03CAF8C5A}" type="presOf" srcId="{E8FD946C-E2F1-4D60-94D7-7C4CF75212E4}" destId="{5E701595-4C2E-4378-B820-A2DFC9EE29E0}" srcOrd="0" destOrd="0" presId="urn:microsoft.com/office/officeart/2018/2/layout/IconLabelList"/>
    <dgm:cxn modelId="{5DF76C17-F842-4079-B7AE-499FF82CA71B}" srcId="{E8FD946C-E2F1-4D60-94D7-7C4CF75212E4}" destId="{FB89129B-F4C5-4DE9-84C7-9CF3C53A6224}" srcOrd="1" destOrd="0" parTransId="{73F0ECA6-677A-4D5A-BA8E-D358280E8721}" sibTransId="{8B2885D1-A63D-4637-97BB-4EBC162FB812}"/>
    <dgm:cxn modelId="{DF5F9C44-FB96-46F8-8A4B-B29C0057D82B}" type="presOf" srcId="{FB89129B-F4C5-4DE9-84C7-9CF3C53A6224}" destId="{59F5232F-AB5D-424E-B047-BA4E9F90EBF7}" srcOrd="0" destOrd="0" presId="urn:microsoft.com/office/officeart/2018/2/layout/IconLabelList"/>
    <dgm:cxn modelId="{D6625789-3A18-4873-A4B0-367D7B57E01E}" srcId="{E8FD946C-E2F1-4D60-94D7-7C4CF75212E4}" destId="{DD4F0CAB-DA76-416B-A3B3-FAF1A6D72211}" srcOrd="0" destOrd="0" parTransId="{FCA5D2C0-91A5-4EC2-A72C-9CFC029CACD9}" sibTransId="{AB761B00-7259-4939-8274-76100E05243C}"/>
    <dgm:cxn modelId="{3E15FEB5-7FF9-41F4-9B52-8B9408CE6402}" type="presOf" srcId="{DD4F0CAB-DA76-416B-A3B3-FAF1A6D72211}" destId="{822DA24B-104F-4A77-9A96-37A6F7874BA9}" srcOrd="0" destOrd="0" presId="urn:microsoft.com/office/officeart/2018/2/layout/IconLabelList"/>
    <dgm:cxn modelId="{E761318D-5FA1-4C94-9BC9-F3839B2B512D}" type="presParOf" srcId="{5E701595-4C2E-4378-B820-A2DFC9EE29E0}" destId="{32B912FB-0A81-480E-8FBC-23C0D9D59E20}" srcOrd="0" destOrd="0" presId="urn:microsoft.com/office/officeart/2018/2/layout/IconLabelList"/>
    <dgm:cxn modelId="{45AF534F-1A5A-4CE3-B619-6D3EB41D9567}" type="presParOf" srcId="{32B912FB-0A81-480E-8FBC-23C0D9D59E20}" destId="{DC774C7B-EBED-4323-A047-EC61995E02CA}" srcOrd="0" destOrd="0" presId="urn:microsoft.com/office/officeart/2018/2/layout/IconLabelList"/>
    <dgm:cxn modelId="{E2A20AB6-14D1-4EB7-99AA-0DC95C8197FC}" type="presParOf" srcId="{32B912FB-0A81-480E-8FBC-23C0D9D59E20}" destId="{01897EC5-2A87-4653-9E05-7DA35B0BB715}" srcOrd="1" destOrd="0" presId="urn:microsoft.com/office/officeart/2018/2/layout/IconLabelList"/>
    <dgm:cxn modelId="{BE54D9B5-E0D7-4F19-95B5-E5F12CBE17D7}" type="presParOf" srcId="{32B912FB-0A81-480E-8FBC-23C0D9D59E20}" destId="{822DA24B-104F-4A77-9A96-37A6F7874BA9}" srcOrd="2" destOrd="0" presId="urn:microsoft.com/office/officeart/2018/2/layout/IconLabelList"/>
    <dgm:cxn modelId="{9013633F-1EEE-4A2F-B395-3FC33B910621}" type="presParOf" srcId="{5E701595-4C2E-4378-B820-A2DFC9EE29E0}" destId="{DFA044C4-5792-4F38-9C9A-783280D1813D}" srcOrd="1" destOrd="0" presId="urn:microsoft.com/office/officeart/2018/2/layout/IconLabelList"/>
    <dgm:cxn modelId="{01AFDBD6-4876-49B1-9EE3-E4014E89796F}" type="presParOf" srcId="{5E701595-4C2E-4378-B820-A2DFC9EE29E0}" destId="{51197F62-B8F3-433B-AA31-70C36B4ADE42}" srcOrd="2" destOrd="0" presId="urn:microsoft.com/office/officeart/2018/2/layout/IconLabelList"/>
    <dgm:cxn modelId="{F7F4AB2D-4A8F-4BFC-8C10-3207151A83D6}" type="presParOf" srcId="{51197F62-B8F3-433B-AA31-70C36B4ADE42}" destId="{C064D09D-A487-4447-9AD5-162F0AD87AD9}" srcOrd="0" destOrd="0" presId="urn:microsoft.com/office/officeart/2018/2/layout/IconLabelList"/>
    <dgm:cxn modelId="{3EAB3BC6-B787-41DD-9EEB-529368EE145B}" type="presParOf" srcId="{51197F62-B8F3-433B-AA31-70C36B4ADE42}" destId="{84129AC8-7705-4913-B513-9AD6383C2147}" srcOrd="1" destOrd="0" presId="urn:microsoft.com/office/officeart/2018/2/layout/IconLabelList"/>
    <dgm:cxn modelId="{1998F6AC-D1F2-408D-B65F-4BF1D2D1EE19}" type="presParOf" srcId="{51197F62-B8F3-433B-AA31-70C36B4ADE42}" destId="{59F5232F-AB5D-424E-B047-BA4E9F90EB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29EE825-0F5D-451D-A19A-EB40676B52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B6BD686-0786-4F64-9C7F-94E629573F88}">
      <dgm:prSet/>
      <dgm:spPr/>
      <dgm:t>
        <a:bodyPr/>
        <a:lstStyle/>
        <a:p>
          <a:r>
            <a:rPr lang="en-US"/>
            <a:t>Porsche and Volvo lead in Luxury/Performance spaces (average prices over $90,000)</a:t>
          </a:r>
        </a:p>
      </dgm:t>
    </dgm:pt>
    <dgm:pt modelId="{CB91A054-302F-41DE-B22A-3730DB90DB37}" type="parTrans" cxnId="{1117F8CB-6736-4C6B-B929-C558D6347965}">
      <dgm:prSet/>
      <dgm:spPr/>
      <dgm:t>
        <a:bodyPr/>
        <a:lstStyle/>
        <a:p>
          <a:endParaRPr lang="en-US"/>
        </a:p>
      </dgm:t>
    </dgm:pt>
    <dgm:pt modelId="{D0318F2B-5C0D-413B-9181-6C84852B0C07}" type="sibTrans" cxnId="{1117F8CB-6736-4C6B-B929-C558D6347965}">
      <dgm:prSet/>
      <dgm:spPr/>
      <dgm:t>
        <a:bodyPr/>
        <a:lstStyle/>
        <a:p>
          <a:endParaRPr lang="en-US"/>
        </a:p>
      </dgm:t>
    </dgm:pt>
    <dgm:pt modelId="{38BA0EF4-E421-441E-BC0A-E8F4E97EE495}">
      <dgm:prSet/>
      <dgm:spPr/>
      <dgm:t>
        <a:bodyPr/>
        <a:lstStyle/>
        <a:p>
          <a:r>
            <a:rPr lang="en-US"/>
            <a:t>Nissan and Ford represent the largest volume for the more affordable vehicle group</a:t>
          </a:r>
        </a:p>
      </dgm:t>
    </dgm:pt>
    <dgm:pt modelId="{F138494A-4EC0-48EA-BB79-A1A5195B3D1E}" type="parTrans" cxnId="{6B0FBEEE-B3DE-4EF7-A5EA-0DA1E06C1889}">
      <dgm:prSet/>
      <dgm:spPr/>
      <dgm:t>
        <a:bodyPr/>
        <a:lstStyle/>
        <a:p>
          <a:endParaRPr lang="en-US"/>
        </a:p>
      </dgm:t>
    </dgm:pt>
    <dgm:pt modelId="{D2B85995-2F8F-434E-8E38-342A73A642E8}" type="sibTrans" cxnId="{6B0FBEEE-B3DE-4EF7-A5EA-0DA1E06C1889}">
      <dgm:prSet/>
      <dgm:spPr/>
      <dgm:t>
        <a:bodyPr/>
        <a:lstStyle/>
        <a:p>
          <a:endParaRPr lang="en-US"/>
        </a:p>
      </dgm:t>
    </dgm:pt>
    <dgm:pt modelId="{D0F6A1C0-39A9-4566-A007-9988749DE276}" type="pres">
      <dgm:prSet presAssocID="{A29EE825-0F5D-451D-A19A-EB40676B5275}" presName="root" presStyleCnt="0">
        <dgm:presLayoutVars>
          <dgm:dir/>
          <dgm:resizeHandles val="exact"/>
        </dgm:presLayoutVars>
      </dgm:prSet>
      <dgm:spPr/>
    </dgm:pt>
    <dgm:pt modelId="{2E036580-F60F-4E31-B825-A08B4278E5CE}" type="pres">
      <dgm:prSet presAssocID="{CB6BD686-0786-4F64-9C7F-94E629573F88}" presName="compNode" presStyleCnt="0"/>
      <dgm:spPr/>
    </dgm:pt>
    <dgm:pt modelId="{AC760513-DB25-48DD-A1B9-2B07BD95DD8F}" type="pres">
      <dgm:prSet presAssocID="{CB6BD686-0786-4F64-9C7F-94E629573F88}" presName="bgRect" presStyleLbl="bgShp" presStyleIdx="0" presStyleCnt="2"/>
      <dgm:spPr/>
    </dgm:pt>
    <dgm:pt modelId="{9929F387-9765-4DCC-BBFC-3F2B8A075874}" type="pres">
      <dgm:prSet presAssocID="{CB6BD686-0786-4F64-9C7F-94E629573F8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7A49A522-A9FB-47A7-83FC-6E7473F71FA0}" type="pres">
      <dgm:prSet presAssocID="{CB6BD686-0786-4F64-9C7F-94E629573F88}" presName="spaceRect" presStyleCnt="0"/>
      <dgm:spPr/>
    </dgm:pt>
    <dgm:pt modelId="{31051941-0D73-4302-A82C-5C7353F4E958}" type="pres">
      <dgm:prSet presAssocID="{CB6BD686-0786-4F64-9C7F-94E629573F88}" presName="parTx" presStyleLbl="revTx" presStyleIdx="0" presStyleCnt="2">
        <dgm:presLayoutVars>
          <dgm:chMax val="0"/>
          <dgm:chPref val="0"/>
        </dgm:presLayoutVars>
      </dgm:prSet>
      <dgm:spPr/>
    </dgm:pt>
    <dgm:pt modelId="{D1EF084D-74EB-4538-8CFC-952C494306C0}" type="pres">
      <dgm:prSet presAssocID="{D0318F2B-5C0D-413B-9181-6C84852B0C07}" presName="sibTrans" presStyleCnt="0"/>
      <dgm:spPr/>
    </dgm:pt>
    <dgm:pt modelId="{53DED06F-B6CC-4E0B-9D84-9F1BDFDCF60B}" type="pres">
      <dgm:prSet presAssocID="{38BA0EF4-E421-441E-BC0A-E8F4E97EE495}" presName="compNode" presStyleCnt="0"/>
      <dgm:spPr/>
    </dgm:pt>
    <dgm:pt modelId="{D0969984-9380-4157-95F1-4C3877BDF00E}" type="pres">
      <dgm:prSet presAssocID="{38BA0EF4-E421-441E-BC0A-E8F4E97EE495}" presName="bgRect" presStyleLbl="bgShp" presStyleIdx="1" presStyleCnt="2"/>
      <dgm:spPr/>
    </dgm:pt>
    <dgm:pt modelId="{3A1D4E94-4E0D-44CB-AF91-C4405C96160F}" type="pres">
      <dgm:prSet presAssocID="{38BA0EF4-E421-441E-BC0A-E8F4E97EE49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D42C0612-6ECB-4590-90E0-E9DEDAEB77F5}" type="pres">
      <dgm:prSet presAssocID="{38BA0EF4-E421-441E-BC0A-E8F4E97EE495}" presName="spaceRect" presStyleCnt="0"/>
      <dgm:spPr/>
    </dgm:pt>
    <dgm:pt modelId="{57B1FABD-3E2B-475C-9B31-6031FAA4F40E}" type="pres">
      <dgm:prSet presAssocID="{38BA0EF4-E421-441E-BC0A-E8F4E97EE49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2145479-5944-466A-BFCD-12D9D122E997}" type="presOf" srcId="{CB6BD686-0786-4F64-9C7F-94E629573F88}" destId="{31051941-0D73-4302-A82C-5C7353F4E958}" srcOrd="0" destOrd="0" presId="urn:microsoft.com/office/officeart/2018/2/layout/IconVerticalSolidList"/>
    <dgm:cxn modelId="{E4EEAAA9-D228-4AA6-B169-6A019969CF74}" type="presOf" srcId="{38BA0EF4-E421-441E-BC0A-E8F4E97EE495}" destId="{57B1FABD-3E2B-475C-9B31-6031FAA4F40E}" srcOrd="0" destOrd="0" presId="urn:microsoft.com/office/officeart/2018/2/layout/IconVerticalSolidList"/>
    <dgm:cxn modelId="{884B9BC7-1B19-4726-8287-9E56A6926818}" type="presOf" srcId="{A29EE825-0F5D-451D-A19A-EB40676B5275}" destId="{D0F6A1C0-39A9-4566-A007-9988749DE276}" srcOrd="0" destOrd="0" presId="urn:microsoft.com/office/officeart/2018/2/layout/IconVerticalSolidList"/>
    <dgm:cxn modelId="{1117F8CB-6736-4C6B-B929-C558D6347965}" srcId="{A29EE825-0F5D-451D-A19A-EB40676B5275}" destId="{CB6BD686-0786-4F64-9C7F-94E629573F88}" srcOrd="0" destOrd="0" parTransId="{CB91A054-302F-41DE-B22A-3730DB90DB37}" sibTransId="{D0318F2B-5C0D-413B-9181-6C84852B0C07}"/>
    <dgm:cxn modelId="{6B0FBEEE-B3DE-4EF7-A5EA-0DA1E06C1889}" srcId="{A29EE825-0F5D-451D-A19A-EB40676B5275}" destId="{38BA0EF4-E421-441E-BC0A-E8F4E97EE495}" srcOrd="1" destOrd="0" parTransId="{F138494A-4EC0-48EA-BB79-A1A5195B3D1E}" sibTransId="{D2B85995-2F8F-434E-8E38-342A73A642E8}"/>
    <dgm:cxn modelId="{1C792C15-1ACD-46E0-9B94-C38751FDCDF5}" type="presParOf" srcId="{D0F6A1C0-39A9-4566-A007-9988749DE276}" destId="{2E036580-F60F-4E31-B825-A08B4278E5CE}" srcOrd="0" destOrd="0" presId="urn:microsoft.com/office/officeart/2018/2/layout/IconVerticalSolidList"/>
    <dgm:cxn modelId="{11D5B04E-7819-461B-B770-E0B125503384}" type="presParOf" srcId="{2E036580-F60F-4E31-B825-A08B4278E5CE}" destId="{AC760513-DB25-48DD-A1B9-2B07BD95DD8F}" srcOrd="0" destOrd="0" presId="urn:microsoft.com/office/officeart/2018/2/layout/IconVerticalSolidList"/>
    <dgm:cxn modelId="{2B5591CE-153C-45E8-8F82-A573C7490942}" type="presParOf" srcId="{2E036580-F60F-4E31-B825-A08B4278E5CE}" destId="{9929F387-9765-4DCC-BBFC-3F2B8A075874}" srcOrd="1" destOrd="0" presId="urn:microsoft.com/office/officeart/2018/2/layout/IconVerticalSolidList"/>
    <dgm:cxn modelId="{35E2BF0C-63C1-4D39-954C-8F68BC76C5DE}" type="presParOf" srcId="{2E036580-F60F-4E31-B825-A08B4278E5CE}" destId="{7A49A522-A9FB-47A7-83FC-6E7473F71FA0}" srcOrd="2" destOrd="0" presId="urn:microsoft.com/office/officeart/2018/2/layout/IconVerticalSolidList"/>
    <dgm:cxn modelId="{1C17BFE7-9D56-48BB-B6D1-B28A63E061D5}" type="presParOf" srcId="{2E036580-F60F-4E31-B825-A08B4278E5CE}" destId="{31051941-0D73-4302-A82C-5C7353F4E958}" srcOrd="3" destOrd="0" presId="urn:microsoft.com/office/officeart/2018/2/layout/IconVerticalSolidList"/>
    <dgm:cxn modelId="{D0AE957C-FD2F-4E51-90D9-CDFAECF29DFB}" type="presParOf" srcId="{D0F6A1C0-39A9-4566-A007-9988749DE276}" destId="{D1EF084D-74EB-4538-8CFC-952C494306C0}" srcOrd="1" destOrd="0" presId="urn:microsoft.com/office/officeart/2018/2/layout/IconVerticalSolidList"/>
    <dgm:cxn modelId="{11150B1C-B3D6-48E9-A8B0-221C53B70780}" type="presParOf" srcId="{D0F6A1C0-39A9-4566-A007-9988749DE276}" destId="{53DED06F-B6CC-4E0B-9D84-9F1BDFDCF60B}" srcOrd="2" destOrd="0" presId="urn:microsoft.com/office/officeart/2018/2/layout/IconVerticalSolidList"/>
    <dgm:cxn modelId="{23B2BA16-84D0-4E61-B42E-BF8626D4EE2E}" type="presParOf" srcId="{53DED06F-B6CC-4E0B-9D84-9F1BDFDCF60B}" destId="{D0969984-9380-4157-95F1-4C3877BDF00E}" srcOrd="0" destOrd="0" presId="urn:microsoft.com/office/officeart/2018/2/layout/IconVerticalSolidList"/>
    <dgm:cxn modelId="{845FC49D-2B25-42BF-8B69-457CE7EBCA2B}" type="presParOf" srcId="{53DED06F-B6CC-4E0B-9D84-9F1BDFDCF60B}" destId="{3A1D4E94-4E0D-44CB-AF91-C4405C96160F}" srcOrd="1" destOrd="0" presId="urn:microsoft.com/office/officeart/2018/2/layout/IconVerticalSolidList"/>
    <dgm:cxn modelId="{519B3541-4F34-43B4-ADEE-DE994FE27FD0}" type="presParOf" srcId="{53DED06F-B6CC-4E0B-9D84-9F1BDFDCF60B}" destId="{D42C0612-6ECB-4590-90E0-E9DEDAEB77F5}" srcOrd="2" destOrd="0" presId="urn:microsoft.com/office/officeart/2018/2/layout/IconVerticalSolidList"/>
    <dgm:cxn modelId="{48EDC72D-E3C6-4933-9238-DEA3D424A980}" type="presParOf" srcId="{53DED06F-B6CC-4E0B-9D84-9F1BDFDCF60B}" destId="{57B1FABD-3E2B-475C-9B31-6031FAA4F4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43D77-DFD8-46CF-B8AD-83BD7D96A485}">
      <dsp:nvSpPr>
        <dsp:cNvPr id="0" name=""/>
        <dsp:cNvSpPr/>
      </dsp:nvSpPr>
      <dsp:spPr>
        <a:xfrm>
          <a:off x="2000" y="84118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Duplicates</a:t>
          </a:r>
        </a:p>
      </dsp:txBody>
      <dsp:txXfrm>
        <a:off x="35679" y="117797"/>
        <a:ext cx="2232395" cy="1082518"/>
      </dsp:txXfrm>
    </dsp:sp>
    <dsp:sp modelId="{DC55D34D-AD5E-4934-82A8-39CAD80B53A0}">
      <dsp:nvSpPr>
        <dsp:cNvPr id="0" name=""/>
        <dsp:cNvSpPr/>
      </dsp:nvSpPr>
      <dsp:spPr>
        <a:xfrm>
          <a:off x="2876692" y="84118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Missing Values</a:t>
          </a:r>
        </a:p>
      </dsp:txBody>
      <dsp:txXfrm>
        <a:off x="2910371" y="117797"/>
        <a:ext cx="2232395" cy="1082518"/>
      </dsp:txXfrm>
    </dsp:sp>
    <dsp:sp modelId="{C4A65E48-F9B5-4962-9949-1DB622D21A93}">
      <dsp:nvSpPr>
        <dsp:cNvPr id="0" name=""/>
        <dsp:cNvSpPr/>
      </dsp:nvSpPr>
      <dsp:spPr>
        <a:xfrm>
          <a:off x="3106667" y="1233995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AA891D-6E23-4920-9AE7-6D2369B0C430}">
      <dsp:nvSpPr>
        <dsp:cNvPr id="0" name=""/>
        <dsp:cNvSpPr/>
      </dsp:nvSpPr>
      <dsp:spPr>
        <a:xfrm>
          <a:off x="3336642" y="1521464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Fill with mean for numeric values and mode for categorical (where applicable)</a:t>
          </a:r>
        </a:p>
      </dsp:txBody>
      <dsp:txXfrm>
        <a:off x="3370321" y="1555143"/>
        <a:ext cx="1772444" cy="1082518"/>
      </dsp:txXfrm>
    </dsp:sp>
    <dsp:sp modelId="{6A2D8340-EFB2-4E51-87E7-B0BD7A9D8E2A}">
      <dsp:nvSpPr>
        <dsp:cNvPr id="0" name=""/>
        <dsp:cNvSpPr/>
      </dsp:nvSpPr>
      <dsp:spPr>
        <a:xfrm>
          <a:off x="5751383" y="84118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Impossible values</a:t>
          </a:r>
        </a:p>
      </dsp:txBody>
      <dsp:txXfrm>
        <a:off x="5785062" y="117797"/>
        <a:ext cx="2232395" cy="1082518"/>
      </dsp:txXfrm>
    </dsp:sp>
    <dsp:sp modelId="{E8BC732A-2E1C-45BA-92C8-13631A198682}">
      <dsp:nvSpPr>
        <dsp:cNvPr id="0" name=""/>
        <dsp:cNvSpPr/>
      </dsp:nvSpPr>
      <dsp:spPr>
        <a:xfrm>
          <a:off x="5981358" y="1233995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3128A6-B8BA-45BF-B4D7-5B44504C3599}">
      <dsp:nvSpPr>
        <dsp:cNvPr id="0" name=""/>
        <dsp:cNvSpPr/>
      </dsp:nvSpPr>
      <dsp:spPr>
        <a:xfrm>
          <a:off x="6211334" y="1521464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E.g. Negative prices</a:t>
          </a:r>
        </a:p>
      </dsp:txBody>
      <dsp:txXfrm>
        <a:off x="6245013" y="1555143"/>
        <a:ext cx="1772444" cy="1082518"/>
      </dsp:txXfrm>
    </dsp:sp>
    <dsp:sp modelId="{57EFAD55-D8D4-40FC-9E94-EA5C6BF25407}">
      <dsp:nvSpPr>
        <dsp:cNvPr id="0" name=""/>
        <dsp:cNvSpPr/>
      </dsp:nvSpPr>
      <dsp:spPr>
        <a:xfrm>
          <a:off x="8626074" y="84118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Typos</a:t>
          </a:r>
        </a:p>
      </dsp:txBody>
      <dsp:txXfrm>
        <a:off x="8659753" y="117797"/>
        <a:ext cx="2232395" cy="1082518"/>
      </dsp:txXfrm>
    </dsp:sp>
    <dsp:sp modelId="{7EC3F246-4BEA-4899-9F20-0B592AEC5137}">
      <dsp:nvSpPr>
        <dsp:cNvPr id="0" name=""/>
        <dsp:cNvSpPr/>
      </dsp:nvSpPr>
      <dsp:spPr>
        <a:xfrm>
          <a:off x="8856050" y="1233995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C273F-9705-4ED9-A9CA-8CA8BCCF5AF9}">
      <dsp:nvSpPr>
        <dsp:cNvPr id="0" name=""/>
        <dsp:cNvSpPr/>
      </dsp:nvSpPr>
      <dsp:spPr>
        <a:xfrm>
          <a:off x="9086025" y="1521464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AllCaps Company names</a:t>
          </a:r>
        </a:p>
      </dsp:txBody>
      <dsp:txXfrm>
        <a:off x="9119704" y="1555143"/>
        <a:ext cx="1772444" cy="1082518"/>
      </dsp:txXfrm>
    </dsp:sp>
    <dsp:sp modelId="{4B5A5A49-0A73-45F8-9037-1230A0E2B40F}">
      <dsp:nvSpPr>
        <dsp:cNvPr id="0" name=""/>
        <dsp:cNvSpPr/>
      </dsp:nvSpPr>
      <dsp:spPr>
        <a:xfrm>
          <a:off x="8856050" y="1233995"/>
          <a:ext cx="229975" cy="2299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9753"/>
              </a:lnTo>
              <a:lnTo>
                <a:pt x="229975" y="22997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CC1E25-3FD3-4002-8EBC-89061B7D409F}">
      <dsp:nvSpPr>
        <dsp:cNvPr id="0" name=""/>
        <dsp:cNvSpPr/>
      </dsp:nvSpPr>
      <dsp:spPr>
        <a:xfrm>
          <a:off x="9086025" y="2958809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“plug in hyrbrid” -&gt; “Hybrid”</a:t>
          </a:r>
        </a:p>
      </dsp:txBody>
      <dsp:txXfrm>
        <a:off x="9119704" y="2992488"/>
        <a:ext cx="1772444" cy="10825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60554-E1CF-4C27-B43C-DB737BF1BA61}">
      <dsp:nvSpPr>
        <dsp:cNvPr id="0" name=""/>
        <dsp:cNvSpPr/>
      </dsp:nvSpPr>
      <dsp:spPr>
        <a:xfrm>
          <a:off x="1061437" y="1127225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61E42-8060-4D21-A82A-CD00013677FC}">
      <dsp:nvSpPr>
        <dsp:cNvPr id="0" name=""/>
        <dsp:cNvSpPr/>
      </dsp:nvSpPr>
      <dsp:spPr>
        <a:xfrm>
          <a:off x="1582" y="235195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Remove non-useful cell information</a:t>
          </a:r>
        </a:p>
      </dsp:txBody>
      <dsp:txXfrm>
        <a:off x="1582" y="2351957"/>
        <a:ext cx="3261093" cy="489164"/>
      </dsp:txXfrm>
    </dsp:sp>
    <dsp:sp modelId="{04B2D839-D7E7-4A41-B601-47C9FCA17BE8}">
      <dsp:nvSpPr>
        <dsp:cNvPr id="0" name=""/>
        <dsp:cNvSpPr/>
      </dsp:nvSpPr>
      <dsp:spPr>
        <a:xfrm>
          <a:off x="1582" y="2879888"/>
          <a:ext cx="3261093" cy="18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“cc”, “hp”, “Nm”</a:t>
          </a:r>
        </a:p>
      </dsp:txBody>
      <dsp:txXfrm>
        <a:off x="1582" y="2879888"/>
        <a:ext cx="3261093" cy="185690"/>
      </dsp:txXfrm>
    </dsp:sp>
    <dsp:sp modelId="{1053C56F-9F87-4562-ABD0-57BFDADC1E52}">
      <dsp:nvSpPr>
        <dsp:cNvPr id="0" name=""/>
        <dsp:cNvSpPr/>
      </dsp:nvSpPr>
      <dsp:spPr>
        <a:xfrm>
          <a:off x="4893223" y="1127225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58909D-01AB-4A30-82AF-891A1B1700CC}">
      <dsp:nvSpPr>
        <dsp:cNvPr id="0" name=""/>
        <dsp:cNvSpPr/>
      </dsp:nvSpPr>
      <dsp:spPr>
        <a:xfrm>
          <a:off x="3833367" y="235195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Correct types</a:t>
          </a:r>
        </a:p>
      </dsp:txBody>
      <dsp:txXfrm>
        <a:off x="3833367" y="2351957"/>
        <a:ext cx="3261093" cy="489164"/>
      </dsp:txXfrm>
    </dsp:sp>
    <dsp:sp modelId="{DFFFEA8C-C326-4F20-8E5A-E3A6DBE84C4D}">
      <dsp:nvSpPr>
        <dsp:cNvPr id="0" name=""/>
        <dsp:cNvSpPr/>
      </dsp:nvSpPr>
      <dsp:spPr>
        <a:xfrm>
          <a:off x="3833367" y="2879888"/>
          <a:ext cx="3261093" cy="18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“Hybrid (Gas + Electric) -&gt; Hybrid</a:t>
          </a:r>
        </a:p>
      </dsp:txBody>
      <dsp:txXfrm>
        <a:off x="3833367" y="2879888"/>
        <a:ext cx="3261093" cy="185690"/>
      </dsp:txXfrm>
    </dsp:sp>
    <dsp:sp modelId="{39FFEE3C-81A2-4326-9174-7AFE8E13F4CF}">
      <dsp:nvSpPr>
        <dsp:cNvPr id="0" name=""/>
        <dsp:cNvSpPr/>
      </dsp:nvSpPr>
      <dsp:spPr>
        <a:xfrm>
          <a:off x="8725008" y="1127225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95E27-63E1-4577-A0ED-079A73B872CD}">
      <dsp:nvSpPr>
        <dsp:cNvPr id="0" name=""/>
        <dsp:cNvSpPr/>
      </dsp:nvSpPr>
      <dsp:spPr>
        <a:xfrm>
          <a:off x="7665152" y="235195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Using EDA to identify and correct/remove outliers</a:t>
          </a:r>
        </a:p>
      </dsp:txBody>
      <dsp:txXfrm>
        <a:off x="7665152" y="2351957"/>
        <a:ext cx="3261093" cy="489164"/>
      </dsp:txXfrm>
    </dsp:sp>
    <dsp:sp modelId="{F99F899C-4B50-4258-A791-CE42B586B09B}">
      <dsp:nvSpPr>
        <dsp:cNvPr id="0" name=""/>
        <dsp:cNvSpPr/>
      </dsp:nvSpPr>
      <dsp:spPr>
        <a:xfrm>
          <a:off x="7665152" y="2879888"/>
          <a:ext cx="3261093" cy="18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906D6-EE84-4B70-B5E6-784B81F75FBC}">
      <dsp:nvSpPr>
        <dsp:cNvPr id="0" name=""/>
        <dsp:cNvSpPr/>
      </dsp:nvSpPr>
      <dsp:spPr>
        <a:xfrm>
          <a:off x="311379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E7C5E3-310B-4BA8-8A75-C4976ECD7669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3721B-5445-4FE2-94DC-717B6C928D6F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HorsePower per CC/Battery Capacity</a:t>
          </a:r>
        </a:p>
      </dsp:txBody>
      <dsp:txXfrm>
        <a:off x="1512" y="2414215"/>
        <a:ext cx="1589062" cy="635625"/>
      </dsp:txXfrm>
    </dsp:sp>
    <dsp:sp modelId="{AEC7D6BC-1191-4BF7-BC8E-A7493BFA74FB}">
      <dsp:nvSpPr>
        <dsp:cNvPr id="0" name=""/>
        <dsp:cNvSpPr/>
      </dsp:nvSpPr>
      <dsp:spPr>
        <a:xfrm>
          <a:off x="2178527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5EA63-6D26-42A1-A2BC-4CEEB4B447CA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D2C69-F24C-4C37-918A-52D2354C9D28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Price per HorsePower</a:t>
          </a:r>
        </a:p>
      </dsp:txBody>
      <dsp:txXfrm>
        <a:off x="1868660" y="2414215"/>
        <a:ext cx="1589062" cy="635625"/>
      </dsp:txXfrm>
    </dsp:sp>
    <dsp:sp modelId="{E3D84C57-7F7F-4FBA-AF5B-8DE1EDCE0672}">
      <dsp:nvSpPr>
        <dsp:cNvPr id="0" name=""/>
        <dsp:cNvSpPr/>
      </dsp:nvSpPr>
      <dsp:spPr>
        <a:xfrm>
          <a:off x="4045676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6BAA2-098E-47E3-8140-78D2EF9C43CC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5E145-0C28-4871-ADE6-815BA9FF8F1C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Price per Seat</a:t>
          </a:r>
        </a:p>
      </dsp:txBody>
      <dsp:txXfrm>
        <a:off x="3735809" y="2414215"/>
        <a:ext cx="1589062" cy="635625"/>
      </dsp:txXfrm>
    </dsp:sp>
    <dsp:sp modelId="{C9174901-6B5B-4CFD-8DCB-4119D0EB4445}">
      <dsp:nvSpPr>
        <dsp:cNvPr id="0" name=""/>
        <dsp:cNvSpPr/>
      </dsp:nvSpPr>
      <dsp:spPr>
        <a:xfrm>
          <a:off x="5912824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AAEA5-8E3F-4612-A109-22ADEC7FF5BB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31F91-7978-4E14-A4F7-C906E63AF782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HorsePower/Acceleration effectiveness</a:t>
          </a:r>
        </a:p>
      </dsp:txBody>
      <dsp:txXfrm>
        <a:off x="5602957" y="2414215"/>
        <a:ext cx="1589062" cy="635625"/>
      </dsp:txXfrm>
    </dsp:sp>
    <dsp:sp modelId="{9A27A0CC-0BEA-443E-9D7B-EEED70B766EE}">
      <dsp:nvSpPr>
        <dsp:cNvPr id="0" name=""/>
        <dsp:cNvSpPr/>
      </dsp:nvSpPr>
      <dsp:spPr>
        <a:xfrm>
          <a:off x="7779973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26337-230B-46EE-BCDC-21D870C046CE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0CD4A-7B9B-4D46-9D42-3715AA3F18D5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Price tierlists (Budget, Mid-tiered, Luxury, Supercar)</a:t>
          </a:r>
        </a:p>
      </dsp:txBody>
      <dsp:txXfrm>
        <a:off x="7470105" y="2414215"/>
        <a:ext cx="1589062" cy="635625"/>
      </dsp:txXfrm>
    </dsp:sp>
    <dsp:sp modelId="{8F79287B-D5F5-4C5D-9F59-E0DD154A65B2}">
      <dsp:nvSpPr>
        <dsp:cNvPr id="0" name=""/>
        <dsp:cNvSpPr/>
      </dsp:nvSpPr>
      <dsp:spPr>
        <a:xfrm>
          <a:off x="9647121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AC6F8-2814-46B6-9014-88227E688321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4D666-6CFA-4782-94FD-712609D0BCA5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Cylinders</a:t>
          </a:r>
        </a:p>
      </dsp:txBody>
      <dsp:txXfrm>
        <a:off x="9337254" y="2414215"/>
        <a:ext cx="1589062" cy="6356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408BA-D69D-4A0E-908E-7ABA1FDE65B8}">
      <dsp:nvSpPr>
        <dsp:cNvPr id="0" name=""/>
        <dsp:cNvSpPr/>
      </dsp:nvSpPr>
      <dsp:spPr>
        <a:xfrm>
          <a:off x="0" y="1527260"/>
          <a:ext cx="6666833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C5D74-5F25-4B54-AE72-44ACC89D6DD9}">
      <dsp:nvSpPr>
        <dsp:cNvPr id="0" name=""/>
        <dsp:cNvSpPr/>
      </dsp:nvSpPr>
      <dsp:spPr>
        <a:xfrm>
          <a:off x="333341" y="892580"/>
          <a:ext cx="4666783" cy="1269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Linear Regression</a:t>
          </a:r>
        </a:p>
      </dsp:txBody>
      <dsp:txXfrm>
        <a:off x="395306" y="954545"/>
        <a:ext cx="4542853" cy="1145430"/>
      </dsp:txXfrm>
    </dsp:sp>
    <dsp:sp modelId="{A0167CA6-2328-4BAE-8B3C-ABFB1660C67C}">
      <dsp:nvSpPr>
        <dsp:cNvPr id="0" name=""/>
        <dsp:cNvSpPr/>
      </dsp:nvSpPr>
      <dsp:spPr>
        <a:xfrm>
          <a:off x="0" y="3477740"/>
          <a:ext cx="6666833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B7272-718A-42BF-B026-6236F5529B5C}">
      <dsp:nvSpPr>
        <dsp:cNvPr id="0" name=""/>
        <dsp:cNvSpPr/>
      </dsp:nvSpPr>
      <dsp:spPr>
        <a:xfrm>
          <a:off x="333341" y="2843060"/>
          <a:ext cx="4666783" cy="12693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DecisionTree</a:t>
          </a:r>
        </a:p>
      </dsp:txBody>
      <dsp:txXfrm>
        <a:off x="395306" y="2905025"/>
        <a:ext cx="4542853" cy="11454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30DCDF-BBFC-4279-8281-2E563CCFC3FB}">
      <dsp:nvSpPr>
        <dsp:cNvPr id="0" name=""/>
        <dsp:cNvSpPr/>
      </dsp:nvSpPr>
      <dsp:spPr>
        <a:xfrm>
          <a:off x="53" y="81257"/>
          <a:ext cx="5106412" cy="950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Strengths:</a:t>
          </a:r>
        </a:p>
      </dsp:txBody>
      <dsp:txXfrm>
        <a:off x="53" y="81257"/>
        <a:ext cx="5106412" cy="950400"/>
      </dsp:txXfrm>
    </dsp:sp>
    <dsp:sp modelId="{94D978F6-1FF6-43B3-B98A-18EE20995EEA}">
      <dsp:nvSpPr>
        <dsp:cNvPr id="0" name=""/>
        <dsp:cNvSpPr/>
      </dsp:nvSpPr>
      <dsp:spPr>
        <a:xfrm>
          <a:off x="53" y="1031657"/>
          <a:ext cx="5106412" cy="30798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Fast</a:t>
          </a:r>
        </a:p>
        <a:p>
          <a:pPr marL="285750" lvl="1" indent="-285750" algn="l" defTabSz="1466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Easy interpretation</a:t>
          </a:r>
        </a:p>
      </dsp:txBody>
      <dsp:txXfrm>
        <a:off x="53" y="1031657"/>
        <a:ext cx="5106412" cy="3079890"/>
      </dsp:txXfrm>
    </dsp:sp>
    <dsp:sp modelId="{6280DF39-AE44-4939-8532-0AF0602B67F6}">
      <dsp:nvSpPr>
        <dsp:cNvPr id="0" name=""/>
        <dsp:cNvSpPr/>
      </dsp:nvSpPr>
      <dsp:spPr>
        <a:xfrm>
          <a:off x="5821363" y="81257"/>
          <a:ext cx="5106412" cy="9504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Weaknesses:</a:t>
          </a:r>
        </a:p>
      </dsp:txBody>
      <dsp:txXfrm>
        <a:off x="5821363" y="81257"/>
        <a:ext cx="5106412" cy="950400"/>
      </dsp:txXfrm>
    </dsp:sp>
    <dsp:sp modelId="{19C03ED6-057F-4CD8-BFAD-F1461CA20581}">
      <dsp:nvSpPr>
        <dsp:cNvPr id="0" name=""/>
        <dsp:cNvSpPr/>
      </dsp:nvSpPr>
      <dsp:spPr>
        <a:xfrm>
          <a:off x="5821363" y="1031657"/>
          <a:ext cx="5106412" cy="307989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Struggles when the relationship is not linear but, for example, exponential</a:t>
          </a:r>
        </a:p>
        <a:p>
          <a:pPr marL="285750" lvl="1" indent="-285750" algn="l" defTabSz="1466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Very sensitive to outliers</a:t>
          </a:r>
        </a:p>
      </dsp:txBody>
      <dsp:txXfrm>
        <a:off x="5821363" y="1031657"/>
        <a:ext cx="5106412" cy="30798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93026-A334-4E0F-86D6-74F5300A975A}">
      <dsp:nvSpPr>
        <dsp:cNvPr id="0" name=""/>
        <dsp:cNvSpPr/>
      </dsp:nvSpPr>
      <dsp:spPr>
        <a:xfrm>
          <a:off x="53" y="10562"/>
          <a:ext cx="5106412" cy="921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Strengths:</a:t>
          </a:r>
        </a:p>
      </dsp:txBody>
      <dsp:txXfrm>
        <a:off x="53" y="10562"/>
        <a:ext cx="5106412" cy="921600"/>
      </dsp:txXfrm>
    </dsp:sp>
    <dsp:sp modelId="{CF74AF5A-4A6B-4F34-9162-0733661AED4B}">
      <dsp:nvSpPr>
        <dsp:cNvPr id="0" name=""/>
        <dsp:cNvSpPr/>
      </dsp:nvSpPr>
      <dsp:spPr>
        <a:xfrm>
          <a:off x="53" y="932162"/>
          <a:ext cx="5106412" cy="32500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Can handle exponential relationships, unlike linear regression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Less sensitive to outliers, the entire model does not get ruined by a few</a:t>
          </a:r>
        </a:p>
      </dsp:txBody>
      <dsp:txXfrm>
        <a:off x="53" y="932162"/>
        <a:ext cx="5106412" cy="3250080"/>
      </dsp:txXfrm>
    </dsp:sp>
    <dsp:sp modelId="{5FC325E4-6B62-4E3D-891E-47EF6C42F625}">
      <dsp:nvSpPr>
        <dsp:cNvPr id="0" name=""/>
        <dsp:cNvSpPr/>
      </dsp:nvSpPr>
      <dsp:spPr>
        <a:xfrm>
          <a:off x="5821363" y="10562"/>
          <a:ext cx="5106412" cy="9216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Weaknesses:</a:t>
          </a:r>
        </a:p>
      </dsp:txBody>
      <dsp:txXfrm>
        <a:off x="5821363" y="10562"/>
        <a:ext cx="5106412" cy="921600"/>
      </dsp:txXfrm>
    </dsp:sp>
    <dsp:sp modelId="{C6843CC9-15C7-4070-AF8B-06476ACCCF64}">
      <dsp:nvSpPr>
        <dsp:cNvPr id="0" name=""/>
        <dsp:cNvSpPr/>
      </dsp:nvSpPr>
      <dsp:spPr>
        <a:xfrm>
          <a:off x="5821363" y="932162"/>
          <a:ext cx="5106412" cy="325008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Prone to overfitting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Bias towards features with more categories</a:t>
          </a:r>
        </a:p>
      </dsp:txBody>
      <dsp:txXfrm>
        <a:off x="5821363" y="932162"/>
        <a:ext cx="5106412" cy="3250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928E0-2737-402B-A922-F56FC96DC673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Mean Absolute Error (MAE): Average amount the model is off by</a:t>
          </a:r>
        </a:p>
      </dsp:txBody>
      <dsp:txXfrm>
        <a:off x="0" y="1653508"/>
        <a:ext cx="3286125" cy="2610802"/>
      </dsp:txXfrm>
    </dsp:sp>
    <dsp:sp modelId="{C74C2FCB-53BA-4110-913C-B8B79BAA8F60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BA7C4849-66FC-4B44-9F22-CB2D9FE0B92D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802129-59FE-47C1-A1DD-EFFAACAC8A9B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Root Mean Square Error (RMSE): Penalises bigger errors more heavily, squaring ensures positive and negative results are treated equally</a:t>
          </a:r>
        </a:p>
      </dsp:txBody>
      <dsp:txXfrm>
        <a:off x="3614737" y="1653508"/>
        <a:ext cx="3286125" cy="2610802"/>
      </dsp:txXfrm>
    </dsp:sp>
    <dsp:sp modelId="{C6FF2E41-E34B-4A75-B6E2-F98C2BF92C53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51B43E54-C4AC-4887-A205-227E69E3C0D1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9AD0A26-3C58-4F98-A95C-3B35F78A44F7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R-squared (R2): Proportion of price variation -&gt; main accuracy</a:t>
          </a:r>
        </a:p>
      </dsp:txBody>
      <dsp:txXfrm>
        <a:off x="7229475" y="1653508"/>
        <a:ext cx="3286125" cy="2610802"/>
      </dsp:txXfrm>
    </dsp:sp>
    <dsp:sp modelId="{39A86450-99B6-46CE-9D8B-FFCF653BE94B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EE610DFD-3077-486F-A6F5-A2E17AD8AB74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6A6F2-BA5C-4DB4-B547-0352E5CAB970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A2528-71D0-476E-93FC-C896F195A4AE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Open source machine learning library</a:t>
          </a:r>
        </a:p>
      </dsp:txBody>
      <dsp:txXfrm>
        <a:off x="765914" y="2943510"/>
        <a:ext cx="4320000" cy="720000"/>
      </dsp:txXfrm>
    </dsp:sp>
    <dsp:sp modelId="{BEC5D30B-2AAA-42F5-9757-6BB09B7C79DD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CAC8D-EDF9-4A99-8E93-20CDADA87F69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Automates machine learning workflow from variety of machine learning libraries (XGBoost, K Neighbors, Random Forest, etc)</a:t>
          </a:r>
        </a:p>
      </dsp:txBody>
      <dsp:txXfrm>
        <a:off x="5841914" y="2943510"/>
        <a:ext cx="432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F9BD5-9C57-4512-81E4-92D7B3AD99AB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5FD06-5EB8-43C5-8451-75983D247B20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99185-CDD0-49A7-89A7-EAACAE403335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Electric vehicles have the highest average price </a:t>
          </a:r>
        </a:p>
      </dsp:txBody>
      <dsp:txXfrm>
        <a:off x="1948202" y="1410409"/>
        <a:ext cx="3233964" cy="1371985"/>
      </dsp:txXfrm>
    </dsp:sp>
    <dsp:sp modelId="{7D7D11A1-CA97-4597-9659-256A499BB729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8DD454-9239-4432-9C4D-C2FCA3E78445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9E32F-D241-4946-BB11-4BCF78AFCE4B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Electric cars lack a budget option. First manufacturers to successfully offer a budget option with capture an enormous market share.</a:t>
          </a:r>
        </a:p>
      </dsp:txBody>
      <dsp:txXfrm>
        <a:off x="7411643" y="1410409"/>
        <a:ext cx="3233964" cy="13719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22992E-1739-4204-B074-B169655F8587}">
      <dsp:nvSpPr>
        <dsp:cNvPr id="0" name=""/>
        <dsp:cNvSpPr/>
      </dsp:nvSpPr>
      <dsp:spPr>
        <a:xfrm>
          <a:off x="0" y="8064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When looking at Price per horsepower Petrol is the cheapest (~$175 per HP)</a:t>
          </a:r>
        </a:p>
      </dsp:txBody>
      <dsp:txXfrm>
        <a:off x="83216" y="163860"/>
        <a:ext cx="6500401" cy="1538258"/>
      </dsp:txXfrm>
    </dsp:sp>
    <dsp:sp modelId="{FEC05746-918E-4851-9CC3-7E83C5FEA093}">
      <dsp:nvSpPr>
        <dsp:cNvPr id="0" name=""/>
        <dsp:cNvSpPr/>
      </dsp:nvSpPr>
      <dsp:spPr>
        <a:xfrm>
          <a:off x="0" y="187461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Electric is surprisingly competitive (~$198 per HP), cheaper than Diesel (~$214 per HP)</a:t>
          </a:r>
        </a:p>
      </dsp:txBody>
      <dsp:txXfrm>
        <a:off x="83216" y="1957830"/>
        <a:ext cx="6500401" cy="1538258"/>
      </dsp:txXfrm>
    </dsp:sp>
    <dsp:sp modelId="{16BC9BB5-8D2B-4FC8-8579-B89FC320E056}">
      <dsp:nvSpPr>
        <dsp:cNvPr id="0" name=""/>
        <dsp:cNvSpPr/>
      </dsp:nvSpPr>
      <dsp:spPr>
        <a:xfrm>
          <a:off x="0" y="3668585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Diesel cars will likely become less of the marketshare before fully fading out, being replaced by electric</a:t>
          </a:r>
        </a:p>
      </dsp:txBody>
      <dsp:txXfrm>
        <a:off x="83216" y="3751801"/>
        <a:ext cx="6500401" cy="15382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32C3F7-00A5-407D-B701-20C851225CB8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6F848-DBC4-4DBA-AD85-5CA523C04637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Hydrogen is by far the most expensive (~$302 per HP), as it is new technology</a:t>
          </a:r>
        </a:p>
      </dsp:txBody>
      <dsp:txXfrm>
        <a:off x="59990" y="2654049"/>
        <a:ext cx="3226223" cy="720000"/>
      </dsp:txXfrm>
    </dsp:sp>
    <dsp:sp modelId="{129B2735-A997-4697-AEFF-963B591B4DBE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ED6DB-56DC-43FF-93C7-2AC29B6E96F0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Future sales predicted to be low</a:t>
          </a:r>
        </a:p>
      </dsp:txBody>
      <dsp:txXfrm>
        <a:off x="3850802" y="2654049"/>
        <a:ext cx="3226223" cy="720000"/>
      </dsp:txXfrm>
    </dsp:sp>
    <dsp:sp modelId="{F6356B8A-126B-4CC2-B00B-13D187561D6B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E7D93-4D47-4161-AEA0-E2FF37EED847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Unlikely to become large marketshare unless a new technological outbreak occurs</a:t>
          </a:r>
        </a:p>
      </dsp:txBody>
      <dsp:txXfrm>
        <a:off x="7641615" y="2654049"/>
        <a:ext cx="3226223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B00A6-0A9B-425F-99D8-862A64D3CEE2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AC840-0AC1-4DD3-BA07-0071883610B1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5CE66-B083-4DA1-BFDF-5D3838E69D1F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Looking at HP_per_CC we see that Petrol and Diesel are not very efficient</a:t>
          </a:r>
        </a:p>
      </dsp:txBody>
      <dsp:txXfrm>
        <a:off x="93445" y="3018902"/>
        <a:ext cx="3206250" cy="720000"/>
      </dsp:txXfrm>
    </dsp:sp>
    <dsp:sp modelId="{3A7AEFEB-00D2-474A-89FB-BC8B10B33F5D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069D3-5284-4B18-B53F-789C365A0357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05E85-8539-4BE1-B082-BB35A3905583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Electric and Hybrid’s efficiency ratios are much higher</a:t>
          </a:r>
        </a:p>
      </dsp:txBody>
      <dsp:txXfrm>
        <a:off x="3860789" y="3018902"/>
        <a:ext cx="3206250" cy="720000"/>
      </dsp:txXfrm>
    </dsp:sp>
    <dsp:sp modelId="{9CB7FFBA-86F4-431D-9DD0-A61D25F99794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6178B-B8A5-4ACC-82FE-E17D8EEC7C9E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6D84B-54CF-4425-823C-C6AABFAF98A5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Possible that efficiency will play a much larger role in the future in the metric of car price or luxury status. (Currently this is still 0-100 speed)</a:t>
          </a:r>
        </a:p>
      </dsp:txBody>
      <dsp:txXfrm>
        <a:off x="7628133" y="3018902"/>
        <a:ext cx="32062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74C7B-EBED-4323-A047-EC61995E02CA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DA24B-104F-4A77-9A96-37A6F7874BA9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Horsepower is the most important thing to consider when it comes to predicting prices of a car</a:t>
          </a:r>
        </a:p>
      </dsp:txBody>
      <dsp:txXfrm>
        <a:off x="765914" y="2943510"/>
        <a:ext cx="4320000" cy="720000"/>
      </dsp:txXfrm>
    </dsp:sp>
    <dsp:sp modelId="{C064D09D-A487-4447-9AD5-162F0AD87AD9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5232F-AB5D-424E-B047-BA4E9F90EBF7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number of seats have little to no impact to the overall car prices. The future of car pricing will not depend on the interior of a car (seats wise) as much as the performance does.</a:t>
          </a:r>
        </a:p>
      </dsp:txBody>
      <dsp:txXfrm>
        <a:off x="5841914" y="2943510"/>
        <a:ext cx="432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60513-DB25-48DD-A1B9-2B07BD95DD8F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9F387-9765-4DCC-BBFC-3F2B8A075874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51941-0D73-4302-A82C-5C7353F4E958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Porsche and Volvo lead in Luxury/Performance spaces (average prices over $90,000)</a:t>
          </a:r>
        </a:p>
      </dsp:txBody>
      <dsp:txXfrm>
        <a:off x="1509882" y="708097"/>
        <a:ext cx="9005717" cy="1307257"/>
      </dsp:txXfrm>
    </dsp:sp>
    <dsp:sp modelId="{D0969984-9380-4157-95F1-4C3877BDF00E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D4E94-4E0D-44CB-AF91-C4405C96160F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1FABD-3E2B-475C-9B31-6031FAA4F40E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Nissan and Ford represent the largest volume for the more affordable vehicle group</a:t>
          </a:r>
        </a:p>
      </dsp:txBody>
      <dsp:txXfrm>
        <a:off x="1509882" y="2342169"/>
        <a:ext cx="9005717" cy="13072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8744-4E47-7CCF-267B-48B9BE5E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D985F-F9A4-5AA8-754C-5D96A4284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BC392-23B8-B006-4844-DEC316B2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ED12E-33B1-DFAD-50B4-C2950FA6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4D317-C9CF-D83A-E76E-6885A618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2138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591E-B1B4-965A-7D84-05F2834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B9386-C0D9-BDA1-F91F-73D1FA409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0E8D4-142A-9E71-FFA0-DA93C574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EA204-82C2-DC14-D314-AF7DC2D7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4E841-F0A6-6E89-2BA8-EBE3D508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1581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6C55-FEEB-374B-E405-CCCEC05E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AB3E0-A900-BA4A-FA2F-33E5180DF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6A10C-784E-61FE-3014-0E0CE7452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68AEC-D62D-ABD6-EFDC-8784DE42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CDC2E-7D55-F462-F775-A3228D4F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05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D1A5-39FF-FFF7-8E0F-9B1ECC2A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0BE50-EF6E-157A-DC9D-7707AD89B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86476-D963-B89E-0159-A90700F88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E0EF0-2FC5-87B9-EC39-AC4427B1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7751B-4D70-9A7F-406B-000CD3B1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38FC2-EE62-9433-5321-42019F65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9475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D64C-8666-8D4B-0684-686779D0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C2F04-99A2-3C95-F831-F050EA02F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304F-C1CA-D514-F368-836E2B257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747BE-B9D5-82D2-F43C-1C8DCA426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55855-8155-7AE7-1CEC-CFBCAB5E6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355DC-2D18-D019-EB5B-3A5D6A0E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A374F-B369-FC6F-CBEE-732E1BF4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1AD9FE-CDDF-E66B-61C9-5CEF758B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9658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E804-4058-D62B-DAB6-1336EC97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F4CFF4-338E-C317-0059-69B664DA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DF93A-1AF2-4534-549C-B56DC50B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11C69-39C6-4AA0-1093-D80E7C6C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277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11E2E-0D0E-A363-B9F8-B9CEF0A0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71760D-AD7D-1085-8C40-35E40469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C0B31-6128-98AC-9EDE-52E23D9C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888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9799-A4F1-1001-CC56-2727E834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9E1E-A6BE-F2FA-03BD-E40D2A372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24114-D55B-A102-AD89-20876ECA4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A4095-5E50-EA50-9731-D177D5F5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249BC-CE8C-620B-2F98-4C711782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ED96D-9E35-0B8C-148B-5FB16DFC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634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BE57-4329-DD1C-F1A5-E52F5803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1EA76-4AFA-0B97-F28F-B4279F2FA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A92F5-06F4-20D5-BA15-6277E82F8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ADBE2-EA5A-F99C-5830-D40FB0C7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4D2BC-C8E6-9160-32A2-D4AB78DD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B6139-8FF0-F144-66F9-410D1662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666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CC9E-542A-1B07-44F6-AB041250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DC155-D6CC-6ECA-DB5C-DD7115895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3A41C-8F4C-7FB4-9F0E-999979E2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9F87-3758-2108-DCD4-E438495A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CB41E-D8F0-331B-02C8-3CA6939E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1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2498AC-FAEB-9E35-2586-54B7D5F0B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02045-B5E9-112E-B74A-82D76443D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E22B2-9108-2F5E-5CCB-72194712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4D013-B3C7-2A3C-C99D-021185F3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610BD-5750-3B2E-2506-33367A302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022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8486A-6A00-D0A1-AFEC-F76E2584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94A37-2D29-1A31-8C8F-C1677DD6F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609E3-39EE-CD49-2EF0-35BA72125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6797D-20E6-448A-ACBF-86B7F3170C9F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E2BA-E77F-D696-6733-81CA71375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83C1D-BCC6-3D75-AE4D-AD941D0C9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71FC3-F228-454E-A7AB-E23DC58A02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99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y cars lined up in a row on floor">
            <a:extLst>
              <a:ext uri="{FF2B5EF4-FFF2-40B4-BE49-F238E27FC236}">
                <a16:creationId xmlns:a16="http://schemas.microsoft.com/office/drawing/2014/main" id="{7F6D7456-2D59-95B5-4458-FB40190DE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ADBD3-D290-D80B-6635-B804194A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>
                <a:solidFill>
                  <a:srgbClr val="FFFFFF"/>
                </a:solidFill>
              </a:rPr>
              <a:t>Car Price Analysis using predictive modelling</a:t>
            </a:r>
            <a:endParaRPr lang="LID4096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AAD86-AFFD-076A-DFD3-5AE2EBF26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L.G.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6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35851-399E-ED60-3633-CF69DCE8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41D6A-443E-30E3-F535-E1382CE89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6A2B6-F7A8-D1F9-5867-154A0031B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3116256"/>
            <a:ext cx="11327549" cy="215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4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BF9FC-2E29-96DC-07B1-55F30018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92B276-AC56-2625-9E97-BD5DC05A7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3229" b="24468"/>
          <a:stretch>
            <a:fillRect/>
          </a:stretch>
        </p:blipFill>
        <p:spPr>
          <a:xfrm>
            <a:off x="2840762" y="643467"/>
            <a:ext cx="651047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0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9891-3856-26B6-5B01-430EB0CB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9D48-351F-9CD0-8184-D0DB050A1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Kaggle Dataset:</a:t>
            </a:r>
          </a:p>
          <a:p>
            <a:pPr lvl="1"/>
            <a:r>
              <a:rPr lang="en-US"/>
              <a:t>1,218 Entries</a:t>
            </a:r>
          </a:p>
          <a:p>
            <a:pPr lvl="1"/>
            <a:r>
              <a:rPr lang="en-US"/>
              <a:t>11 Features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FC1D1-2BAE-94BC-0600-3744E4023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34498"/>
            <a:ext cx="10269383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3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EFD0C1-E6C5-6DBA-B280-59B3B24CD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916" r="67363" b="22574"/>
          <a:stretch>
            <a:fillRect/>
          </a:stretch>
        </p:blipFill>
        <p:spPr>
          <a:xfrm>
            <a:off x="3119210" y="643467"/>
            <a:ext cx="595358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6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E205-2C6B-B4FB-5627-9087E446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6F23-4C5D-4D83-4503-A934046B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214E4-892B-FCB9-1DE6-57162EBB8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Kaggle Dataset:</a:t>
            </a:r>
          </a:p>
          <a:p>
            <a:pPr lvl="1"/>
            <a:r>
              <a:rPr lang="en-US"/>
              <a:t>1,218 Entries</a:t>
            </a:r>
          </a:p>
          <a:p>
            <a:pPr lvl="1"/>
            <a:r>
              <a:rPr lang="en-US"/>
              <a:t>11 Features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A96F3-8D50-6F05-6A5E-D5FE7DFBA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34498"/>
            <a:ext cx="10269383" cy="155279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7AF1C70-E49D-6EC5-40E8-D9DC3D9D4BDF}"/>
              </a:ext>
            </a:extLst>
          </p:cNvPr>
          <p:cNvSpPr/>
          <p:nvPr/>
        </p:nvSpPr>
        <p:spPr>
          <a:xfrm>
            <a:off x="1587260" y="4511615"/>
            <a:ext cx="586597" cy="3536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B6D7AB-BD2F-D666-CB75-277C3E3EA8B5}"/>
              </a:ext>
            </a:extLst>
          </p:cNvPr>
          <p:cNvSpPr/>
          <p:nvPr/>
        </p:nvSpPr>
        <p:spPr>
          <a:xfrm>
            <a:off x="3075317" y="4511614"/>
            <a:ext cx="728932" cy="3536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E6779A-8DF7-8EDA-99D7-54F584E392B4}"/>
              </a:ext>
            </a:extLst>
          </p:cNvPr>
          <p:cNvSpPr/>
          <p:nvPr/>
        </p:nvSpPr>
        <p:spPr>
          <a:xfrm>
            <a:off x="4770409" y="4001294"/>
            <a:ext cx="215660" cy="13859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8A42D0-F097-891C-D31A-CCE4EDA156FD}"/>
              </a:ext>
            </a:extLst>
          </p:cNvPr>
          <p:cNvSpPr/>
          <p:nvPr/>
        </p:nvSpPr>
        <p:spPr>
          <a:xfrm>
            <a:off x="5509405" y="4001294"/>
            <a:ext cx="215660" cy="13859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5AC8F1-DB4E-CF0D-CFBC-89EE3AF50393}"/>
              </a:ext>
            </a:extLst>
          </p:cNvPr>
          <p:cNvSpPr/>
          <p:nvPr/>
        </p:nvSpPr>
        <p:spPr>
          <a:xfrm>
            <a:off x="6106066" y="4001294"/>
            <a:ext cx="444261" cy="13859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EE265E-649C-0056-B068-01CAD2C6873C}"/>
              </a:ext>
            </a:extLst>
          </p:cNvPr>
          <p:cNvSpPr/>
          <p:nvPr/>
        </p:nvSpPr>
        <p:spPr>
          <a:xfrm>
            <a:off x="7788032" y="3995457"/>
            <a:ext cx="312171" cy="13859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223074-115A-8137-8705-0EBC60E78BAE}"/>
              </a:ext>
            </a:extLst>
          </p:cNvPr>
          <p:cNvSpPr/>
          <p:nvPr/>
        </p:nvSpPr>
        <p:spPr>
          <a:xfrm>
            <a:off x="8100202" y="4511614"/>
            <a:ext cx="957533" cy="3536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A96344-9231-74E5-927F-2249EA2CA233}"/>
              </a:ext>
            </a:extLst>
          </p:cNvPr>
          <p:cNvSpPr/>
          <p:nvPr/>
        </p:nvSpPr>
        <p:spPr>
          <a:xfrm>
            <a:off x="8994473" y="4071668"/>
            <a:ext cx="957533" cy="2782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F10962-434C-07BA-7922-6DBA90AC9AFF}"/>
              </a:ext>
            </a:extLst>
          </p:cNvPr>
          <p:cNvSpPr/>
          <p:nvPr/>
        </p:nvSpPr>
        <p:spPr>
          <a:xfrm>
            <a:off x="10846276" y="3995457"/>
            <a:ext cx="312171" cy="13859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86D975-4ACF-99CE-6438-7591BD9E8DCC}"/>
              </a:ext>
            </a:extLst>
          </p:cNvPr>
          <p:cNvSpPr/>
          <p:nvPr/>
        </p:nvSpPr>
        <p:spPr>
          <a:xfrm>
            <a:off x="10311441" y="4533178"/>
            <a:ext cx="586597" cy="3536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166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4049C-63FB-ADDF-D99C-3550720D2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Cleaning Data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FD1C54-637A-7AB5-1712-63E635DADF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9923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264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BA947-B944-F169-484B-209485C6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779F9-AC72-8165-6358-57A84CC9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Cleaning Data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CB22AD8-A75E-131E-9DC7-EDFE8E8D4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03331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0425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117E1-9BAB-E3EF-5DD5-B593FFB84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FAC12C-5AB6-BFF3-3EE6-2EEDD184E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097728-37FB-43ED-7E92-A0C81ECB3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48E3CD-97ED-217B-D116-4908210CC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C42CE6-88A4-45FB-ACF8-E0B4C256F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1C3B73-19D3-8B31-F6AE-F7B08A3A1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13770-9964-9B20-1165-50214D8E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Before and after Cleaning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379D3F-F391-4B24-0046-E4458DE39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2238902"/>
            <a:ext cx="11231542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0F92C-3EC7-DA71-C257-798708DF9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" y="3429000"/>
            <a:ext cx="11336332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13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E5312-1F85-F265-7941-983D142F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705D3-8875-09AE-A4D0-990E48898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710" r="50000" b="58860"/>
          <a:stretch>
            <a:fillRect/>
          </a:stretch>
        </p:blipFill>
        <p:spPr>
          <a:xfrm>
            <a:off x="643467" y="963976"/>
            <a:ext cx="10905066" cy="493004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50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C022-6500-207F-D731-D5D62695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Before and after removing outliers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F7916-9636-69C2-5483-4A0E588C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63" y="1766696"/>
            <a:ext cx="8113946" cy="2271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2E4BB9-993C-9D0E-3B73-81FA8D57B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67" y="4228849"/>
            <a:ext cx="8128541" cy="227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2F8B1-A1CE-855F-96A2-D76C085D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0FCA9A-CF50-2F09-D647-02F51A36F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46067E-8721-08C9-6BEC-DEB2C7145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83FDCB-531B-17E1-969A-834BCEBD8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DA9C23-0047-1825-8557-F3DB94D02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AA4ED2-8392-243B-383F-F677ECBC8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E68B1-B11C-A7A6-DB10-F66B4B7B1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Before and after removing outliers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3D131E-79DA-4738-94D1-52634A9BF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267" y="1633316"/>
            <a:ext cx="8128541" cy="2282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83B648-17BF-D51D-A6BE-35BA9E18C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67" y="4222528"/>
            <a:ext cx="8128542" cy="228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67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D4575-F38D-3A1E-AA74-2A2E79661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656AA3-CDB0-FCC9-BF6E-56B016452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18716C-199F-20BA-61AA-99A5C6C1A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87DE25-DFE6-BEB3-B597-A079F5DA0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FBF959-AD07-401E-1B8D-92FF858A5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69887-62FD-7740-3CB6-6674E826F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CA3782-B86A-2AAB-2275-6536254F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Before and after removing 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7E315-A83B-AFA6-C167-3033E19B7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268" y="1603916"/>
            <a:ext cx="8128542" cy="2282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6ADFB-FAF0-3750-FA47-1DA2728DF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67" y="4222528"/>
            <a:ext cx="8128541" cy="228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09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266EF-BF90-27B3-2EDA-7EB747BD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A4EE94-8F9E-7F6E-3D7D-DDC294592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531B62-E8E7-846D-149B-9E08DCD3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C99763-C098-42BB-B6EE-A7A853D7E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8C4CD4-1883-E6EA-BF1D-0FC1579D3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C37CE-0F83-1A61-7388-D03DE6995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A626A-8F85-3C8C-09DF-3DE9B2BC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Before and after removing outliers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205516-D802-A7B8-BD4C-635E6A550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267" y="1655704"/>
            <a:ext cx="8128541" cy="22823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2702E4-69DF-68E5-BF9D-04D22ACC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67" y="4017273"/>
            <a:ext cx="8128541" cy="22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27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67791-032E-9667-4F96-3207A7FCA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CEF9B2-0E78-43A2-A63C-530B8A5D7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066651-4E23-B4BD-1063-6E519852A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7CEB17-C31B-9871-AD74-9302EB15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600F72-05D1-C16B-8F4E-699D3B530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3F1F65-A1D0-F684-19F8-FEE44933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1CE80-25BE-3E8C-ED27-45B747519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Before and after removing 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8F687-32D1-7FAB-9CBA-85906F742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267" y="1652245"/>
            <a:ext cx="8128541" cy="22806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E6197C-9724-B215-BE6B-646E1F2EA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67" y="4217428"/>
            <a:ext cx="8128541" cy="228231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FBD391C-1A53-51DC-102E-CD63E7B221AC}"/>
              </a:ext>
            </a:extLst>
          </p:cNvPr>
          <p:cNvSpPr/>
          <p:nvPr/>
        </p:nvSpPr>
        <p:spPr>
          <a:xfrm>
            <a:off x="9480430" y="2493034"/>
            <a:ext cx="543464" cy="50033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520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5E69E-00D9-332F-B5B4-5CC81091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B8D386-C54B-690A-3522-3DEFEC305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AD83CF-E559-6ECB-3340-55BA59750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D85E38-84C5-86CE-6FAB-67EBDAAC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20A77F-8CC8-6F18-2163-54A6E1828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7E8598-0C65-7D47-6925-2F38EAE4A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40496-9F58-5CF8-6B58-7F116AB80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Before and after removing outliers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BBDC5-A557-E385-C7BE-676D776DE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267" y="1650604"/>
            <a:ext cx="8128541" cy="22823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4C54FC-84C0-521C-9EA6-6682E3B9A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67" y="4066240"/>
            <a:ext cx="8128541" cy="228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96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9FD80-56CA-761D-5F44-47F602A9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Before and after removing outliers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AD0F97-777C-A141-5DB9-94DBBEEE1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08" y="2181426"/>
            <a:ext cx="4491727" cy="3997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7A37DB-2F7D-9A09-3246-9B529AE8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4491945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57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49BF5-9EFD-2AE4-9E77-133566375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76" y="457200"/>
            <a:ext cx="994744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98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E0E083-3558-B39D-274B-2954C03B7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65" y="457200"/>
            <a:ext cx="897147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56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D7790-5810-6337-D858-7D596DF6F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76" y="457200"/>
            <a:ext cx="994744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47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3D0F32-F29D-C386-27AE-C8425C08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831" y="457200"/>
            <a:ext cx="7846337" cy="59436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3D7E78-61AB-A981-C83D-388FD0DC54C5}"/>
              </a:ext>
            </a:extLst>
          </p:cNvPr>
          <p:cNvCxnSpPr/>
          <p:nvPr/>
        </p:nvCxnSpPr>
        <p:spPr>
          <a:xfrm flipV="1">
            <a:off x="3321170" y="1112808"/>
            <a:ext cx="5175849" cy="433908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37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8BD8A-50E1-C289-6509-A8871F198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Feature Engineering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B5AE569-3222-BBC2-C8D4-3085C9EC7E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940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8188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405586-8E60-7C4F-459C-4D9BA8363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Models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7CD8DC-E7F9-44F9-D771-6C4FEB222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36275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0610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F4E8D-37AA-5F68-78DE-A4CC99D2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Linear Regression</a:t>
            </a:r>
            <a:endParaRPr lang="LID4096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5C22-0687-CD88-2B31-5F57B489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Finds best-fitting line by minimizing prediction errors</a:t>
            </a:r>
          </a:p>
          <a:p>
            <a:r>
              <a:rPr lang="en-US" sz="2200"/>
              <a:t>Calculates coefficients for variables that minimize errors</a:t>
            </a:r>
            <a:endParaRPr lang="LID4096" sz="2200"/>
          </a:p>
        </p:txBody>
      </p:sp>
      <p:pic>
        <p:nvPicPr>
          <p:cNvPr id="4" name="Picture 3" descr="How to do linear regression and correlation analysis">
            <a:extLst>
              <a:ext uri="{FF2B5EF4-FFF2-40B4-BE49-F238E27FC236}">
                <a16:creationId xmlns:a16="http://schemas.microsoft.com/office/drawing/2014/main" id="{18A4C231-2F7C-9F31-93AB-8211277E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97476"/>
            <a:ext cx="6903720" cy="426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07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9A3F1-F2C7-52E5-7B3E-B223D006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4CA47-C1A1-37F7-D9E8-58A887E5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Linear Regression</a:t>
            </a:r>
            <a:endParaRPr lang="LID4096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0CA9-5420-8C38-96FA-76E579E3A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Assumes there’s a straightline relationship (E.g. between HorsePower and Car_Price)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5" name="Picture 4" descr="linear regression graph, AI generated">
            <a:extLst>
              <a:ext uri="{FF2B5EF4-FFF2-40B4-BE49-F238E27FC236}">
                <a16:creationId xmlns:a16="http://schemas.microsoft.com/office/drawing/2014/main" id="{19A37C8A-7E65-040B-1E5F-B6256541F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38587"/>
            <a:ext cx="6903720" cy="478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47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DD40D-5A9D-A929-6D89-7A07C1C4F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Linear Regression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17CC67-6437-ED6C-A003-075EE3EE2F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4193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0336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3A00F-FCA4-C143-4F75-5BA27AC33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Decision Tree</a:t>
            </a:r>
            <a:endParaRPr lang="LID4096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76B4-E12D-50BA-7B9C-970D6467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4266379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Flowchart</a:t>
            </a:r>
          </a:p>
          <a:p>
            <a:r>
              <a:rPr lang="en-US" sz="2200" i="1" dirty="0"/>
              <a:t>"Is </a:t>
            </a:r>
            <a:r>
              <a:rPr lang="en-US" sz="2200" i="1" dirty="0" err="1"/>
              <a:t>HorsePower</a:t>
            </a:r>
            <a:r>
              <a:rPr lang="en-US" sz="2200" i="1" dirty="0"/>
              <a:t> &gt; 200?"</a:t>
            </a:r>
            <a:r>
              <a:rPr lang="en-US" sz="2200" dirty="0"/>
              <a:t> -&gt; </a:t>
            </a:r>
            <a:r>
              <a:rPr lang="en-US" sz="2200" i="1" dirty="0"/>
              <a:t>"Yes"</a:t>
            </a:r>
            <a:r>
              <a:rPr lang="en-US" sz="2200" dirty="0"/>
              <a:t> -&gt; </a:t>
            </a:r>
            <a:r>
              <a:rPr lang="en-US" sz="2200" i="1" dirty="0"/>
              <a:t>"Is Fuel Type = Electric?"</a:t>
            </a:r>
            <a:r>
              <a:rPr lang="en-US" sz="2200" dirty="0"/>
              <a:t> -&gt; </a:t>
            </a:r>
            <a:r>
              <a:rPr lang="en-US" sz="2200" i="1" dirty="0"/>
              <a:t>"Yes"</a:t>
            </a:r>
            <a:r>
              <a:rPr lang="en-US" sz="2200" dirty="0"/>
              <a:t> -&gt; </a:t>
            </a:r>
            <a:r>
              <a:rPr lang="en-US" sz="2200" i="1" dirty="0"/>
              <a:t>Price = $55,000</a:t>
            </a:r>
            <a:r>
              <a:rPr lang="en-US" sz="2200" dirty="0"/>
              <a:t>.</a:t>
            </a:r>
            <a:endParaRPr lang="LID4096" sz="2200" dirty="0"/>
          </a:p>
        </p:txBody>
      </p:sp>
      <p:pic>
        <p:nvPicPr>
          <p:cNvPr id="5" name="Picture 4" descr="decision tree diagram, AI generated">
            <a:extLst>
              <a:ext uri="{FF2B5EF4-FFF2-40B4-BE49-F238E27FC236}">
                <a16:creationId xmlns:a16="http://schemas.microsoft.com/office/drawing/2014/main" id="{8344E97B-86D4-5263-2009-D0B968B6F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02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F10A3-532B-F7F9-750E-E739C415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Decision Tree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C6A446-96DF-5DEF-68D9-E2BB98E0E0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1377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613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CF08229-684F-E14C-3820-0AD4F1985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188" b="5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A0F89-B1A3-FF6B-B3A9-09A7B53E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Evaluation</a:t>
            </a:r>
            <a:endParaRPr lang="LID4096" dirty="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EE7547C-2235-3FFC-5C43-85806311B8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912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0626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FE410-CFB7-C092-2719-20E4F9D2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Evaluation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972CA0-89EB-691C-3889-41BC0AE1A8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28435"/>
              </p:ext>
            </p:extLst>
          </p:nvPr>
        </p:nvGraphicFramePr>
        <p:xfrm>
          <a:off x="1148323" y="2112579"/>
          <a:ext cx="9919296" cy="4192806"/>
        </p:xfrm>
        <a:graphic>
          <a:graphicData uri="http://schemas.openxmlformats.org/drawingml/2006/table">
            <a:tbl>
              <a:tblPr/>
              <a:tblGrid>
                <a:gridCol w="4454564">
                  <a:extLst>
                    <a:ext uri="{9D8B030D-6E8A-4147-A177-3AD203B41FA5}">
                      <a16:colId xmlns:a16="http://schemas.microsoft.com/office/drawing/2014/main" val="1019317355"/>
                    </a:ext>
                  </a:extLst>
                </a:gridCol>
                <a:gridCol w="3046554">
                  <a:extLst>
                    <a:ext uri="{9D8B030D-6E8A-4147-A177-3AD203B41FA5}">
                      <a16:colId xmlns:a16="http://schemas.microsoft.com/office/drawing/2014/main" val="2790114516"/>
                    </a:ext>
                  </a:extLst>
                </a:gridCol>
                <a:gridCol w="2418178">
                  <a:extLst>
                    <a:ext uri="{9D8B030D-6E8A-4147-A177-3AD203B41FA5}">
                      <a16:colId xmlns:a16="http://schemas.microsoft.com/office/drawing/2014/main" val="1405940894"/>
                    </a:ext>
                  </a:extLst>
                </a:gridCol>
              </a:tblGrid>
              <a:tr h="9431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GB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0071" marR="175089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Linear Regression</a:t>
                      </a:r>
                      <a:endParaRPr lang="en-GB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0071" marR="175089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Decision Tree</a:t>
                      </a:r>
                      <a:endParaRPr lang="en-GB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0071" marR="140071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624887"/>
                  </a:ext>
                </a:extLst>
              </a:tr>
              <a:tr h="9431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MAE</a:t>
                      </a:r>
                      <a:r>
                        <a:rPr lang="en-GB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(Mean Absolute Error)</a:t>
                      </a:r>
                    </a:p>
                  </a:txBody>
                  <a:tcPr marL="140071" marR="175089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DE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</a:t>
                      </a: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  <a:r>
                        <a:rPr lang="en-DE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</a:t>
                      </a: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930</a:t>
                      </a:r>
                      <a:endParaRPr lang="en-DE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0071" marR="175089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DE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</a:t>
                      </a: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  <a:r>
                        <a:rPr lang="en-DE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</a:t>
                      </a: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647</a:t>
                      </a:r>
                      <a:endParaRPr lang="en-DE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0071" marR="140071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480561"/>
                  </a:ext>
                </a:extLst>
              </a:tr>
              <a:tr h="13633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RMSE</a:t>
                      </a: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(Root Mean Square Error)</a:t>
                      </a:r>
                    </a:p>
                  </a:txBody>
                  <a:tcPr marL="140071" marR="175089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DE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</a:t>
                      </a: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</a:t>
                      </a:r>
                      <a:r>
                        <a:rPr lang="en-DE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</a:t>
                      </a: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533</a:t>
                      </a:r>
                      <a:endParaRPr lang="en-DE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0071" marR="175089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DE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</a:t>
                      </a: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</a:t>
                      </a:r>
                      <a:r>
                        <a:rPr lang="en-DE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</a:t>
                      </a: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671</a:t>
                      </a:r>
                      <a:endParaRPr lang="en-DE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0071" marR="140071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38745"/>
                  </a:ext>
                </a:extLst>
              </a:tr>
              <a:tr h="9431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R² Score</a:t>
                      </a:r>
                      <a:r>
                        <a:rPr lang="en-GB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(Accuracy)</a:t>
                      </a:r>
                    </a:p>
                  </a:txBody>
                  <a:tcPr marL="140071" marR="175089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77</a:t>
                      </a:r>
                      <a:r>
                        <a:rPr lang="en-DE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  <a:r>
                        <a:rPr lang="en-US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  <a:r>
                        <a:rPr lang="en-DE" sz="2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%</a:t>
                      </a:r>
                    </a:p>
                  </a:txBody>
                  <a:tcPr marL="140071" marR="175089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</a:t>
                      </a:r>
                      <a:r>
                        <a:rPr lang="en-DE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  <a:r>
                        <a:rPr lang="en-US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  <a:r>
                        <a:rPr lang="en-DE" sz="2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%</a:t>
                      </a:r>
                      <a:endParaRPr lang="en-DE" sz="2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0071" marR="140071" marT="233452" marB="2334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252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411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86796-0AE4-575A-BD88-6774AA92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Pycaret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408A57-44FC-8DB7-922B-28514FCEE5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61566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4257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ED5F8-644A-C152-68D9-2F15FADB3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Pycaret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Model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06FE1-ED8D-486E-699D-5A527005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02" y="467208"/>
            <a:ext cx="528679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65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7533F-FEB0-E277-10E4-07452C9A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Pycaret SHAP &amp; LIME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C86DA0-5CD3-5409-964E-F1584AD76B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5785809"/>
              </p:ext>
            </p:extLst>
          </p:nvPr>
        </p:nvGraphicFramePr>
        <p:xfrm>
          <a:off x="1171927" y="2112579"/>
          <a:ext cx="9872088" cy="4192806"/>
        </p:xfrm>
        <a:graphic>
          <a:graphicData uri="http://schemas.openxmlformats.org/drawingml/2006/table">
            <a:tbl>
              <a:tblPr/>
              <a:tblGrid>
                <a:gridCol w="2240423">
                  <a:extLst>
                    <a:ext uri="{9D8B030D-6E8A-4147-A177-3AD203B41FA5}">
                      <a16:colId xmlns:a16="http://schemas.microsoft.com/office/drawing/2014/main" val="561492775"/>
                    </a:ext>
                  </a:extLst>
                </a:gridCol>
                <a:gridCol w="3963516">
                  <a:extLst>
                    <a:ext uri="{9D8B030D-6E8A-4147-A177-3AD203B41FA5}">
                      <a16:colId xmlns:a16="http://schemas.microsoft.com/office/drawing/2014/main" val="2098178746"/>
                    </a:ext>
                  </a:extLst>
                </a:gridCol>
                <a:gridCol w="3668149">
                  <a:extLst>
                    <a:ext uri="{9D8B030D-6E8A-4147-A177-3AD203B41FA5}">
                      <a16:colId xmlns:a16="http://schemas.microsoft.com/office/drawing/2014/main" val="2925197822"/>
                    </a:ext>
                  </a:extLst>
                </a:gridCol>
              </a:tblGrid>
              <a:tr h="6732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GB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87" marR="124984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SHAP (Summary)</a:t>
                      </a:r>
                      <a:endParaRPr lang="en-GB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87" marR="124984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LIME (Individual)</a:t>
                      </a:r>
                      <a:endParaRPr lang="en-GB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87" marR="99987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322713"/>
                  </a:ext>
                </a:extLst>
              </a:tr>
              <a:tr h="9732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Usage</a:t>
                      </a:r>
                      <a:endParaRPr lang="en-GB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87" marR="124984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Understand the </a:t>
                      </a: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market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(What makes a car expensive in general?)</a:t>
                      </a:r>
                    </a:p>
                  </a:txBody>
                  <a:tcPr marL="99987" marR="124984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Understand </a:t>
                      </a: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one car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(Why is this specific Ford KA+ so cheap?)</a:t>
                      </a:r>
                    </a:p>
                  </a:txBody>
                  <a:tcPr marL="99987" marR="99987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637435"/>
                  </a:ext>
                </a:extLst>
              </a:tr>
              <a:tr h="12731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Insights</a:t>
                      </a:r>
                      <a:endParaRPr lang="en-GB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87" marR="124984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Shows that </a:t>
                      </a:r>
                      <a:r>
                        <a:rPr lang="en-US" sz="2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HorsePower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and Fuel Type are the main drivers.</a:t>
                      </a:r>
                    </a:p>
                  </a:txBody>
                  <a:tcPr marL="99987" marR="124984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Shows that for this car the low </a:t>
                      </a:r>
                      <a:r>
                        <a:rPr lang="en-US" sz="2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HorsePower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was the main reason for the low price.</a:t>
                      </a:r>
                    </a:p>
                  </a:txBody>
                  <a:tcPr marL="99987" marR="99987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584576"/>
                  </a:ext>
                </a:extLst>
              </a:tr>
              <a:tr h="12731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Reliability</a:t>
                      </a:r>
                      <a:endParaRPr lang="en-GB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87" marR="124984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Extremely reliable</a:t>
                      </a:r>
                    </a:p>
                  </a:txBody>
                  <a:tcPr marL="99987" marR="124984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Varies but is much easier for a non-technical person to read.</a:t>
                      </a:r>
                    </a:p>
                  </a:txBody>
                  <a:tcPr marL="99987" marR="99987" marT="166646" marB="16664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473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4965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8C38B-99C8-CC0B-0AB7-4A3B4DE3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EA482-1E86-8193-64F9-7628551B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Pycaret - SHAP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300D13-054B-59B0-88ED-C7AA1B9F2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791602"/>
            <a:ext cx="7225748" cy="527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96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E60BA-B2FD-C4FA-725C-E9FF5B9E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Pycaret - SHAP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EEF682-B4FD-EB74-C837-154BD8DE4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592894"/>
            <a:ext cx="7225748" cy="567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50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E3651-E3BD-A673-55A3-2E88967F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F219E-BBCB-FBE9-B4D8-CB043F8B2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Pycaret - SHAP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DFAC6-3DC1-3913-93A1-F7600CF74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610958"/>
            <a:ext cx="7225748" cy="563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89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5EB43-C6E3-1D81-CEC6-DEEEB8FB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F7F49-337E-70F7-0B1E-8CAB05A5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Pycaret - LIME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4149E-58EF-1128-0E89-474098B3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288372"/>
            <a:ext cx="7225748" cy="428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09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5F9A0-0FEE-D298-6467-C85BDFFD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F56B0-8ADF-6289-3373-C550B7FC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Pycaret - LIME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5B20E-3FD9-84FD-DC98-C5DA7A5A2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288372"/>
            <a:ext cx="7225748" cy="428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96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13B86-4546-6B04-71A3-DC4AD7AA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Interesting things to consider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E0AF44-511C-417F-0784-45160CCAD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99015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9484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B469B-EFAB-930A-7D22-12805841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Interesting insights to consider</a:t>
            </a:r>
            <a:endParaRPr lang="LID4096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55846B-191A-77EE-4CE1-A34D45DDB9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92154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11071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C2DDC-D861-4846-EE9D-6D28A446D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Interesting insights to consider</a:t>
            </a:r>
            <a:endParaRPr lang="LID4096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5D08C-EE71-0C54-DD41-E7B732038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Recommended to be cautious of brands tied heavily to diesel types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Market seems to be moving to Hybrid and Electric for both performance and luxury</a:t>
            </a:r>
            <a:endParaRPr lang="LID4096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cooter">
            <a:extLst>
              <a:ext uri="{FF2B5EF4-FFF2-40B4-BE49-F238E27FC236}">
                <a16:creationId xmlns:a16="http://schemas.microsoft.com/office/drawing/2014/main" id="{BF331245-87DA-D143-41EB-537CA0FEC2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35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59846-B387-D993-85B2-188BFC78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0DDF5-5B0F-5AC0-024F-844BD92B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Interesting insights to consider</a:t>
            </a:r>
            <a:endParaRPr lang="LID4096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1DF14D-C1E3-9F81-E036-861C23A79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4151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7203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3A7E5-6602-850F-6818-2964FEDD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A0F7C-9567-9D02-781A-EA532F6B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Interesting insights to consider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C72A12-C83D-D2BF-C236-076D30FB94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9942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4846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3475B-3492-4854-237B-0C536D26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FB6B5-9618-652A-4DA2-D78449CD4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Interesting insights to consider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C0EBB7-0180-2BCC-3427-93B3806547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9771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72392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1D93D-DD46-FCA0-6CCB-DA6C0A78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Interesting things to consider</a:t>
            </a:r>
            <a:endParaRPr lang="LID409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681FA6-04A2-C28E-8F88-387A81182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47983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334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</Words>
  <Application>Microsoft Office PowerPoint</Application>
  <PresentationFormat>Widescreen</PresentationFormat>
  <Paragraphs>132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Google Sans Text</vt:lpstr>
      <vt:lpstr>Office Theme</vt:lpstr>
      <vt:lpstr>Car Price Analysis using predictive modelling</vt:lpstr>
      <vt:lpstr>Pipeline</vt:lpstr>
      <vt:lpstr>PowerPoint Presentation</vt:lpstr>
      <vt:lpstr>Data</vt:lpstr>
      <vt:lpstr>PowerPoint Presentation</vt:lpstr>
      <vt:lpstr>Data</vt:lpstr>
      <vt:lpstr>Cleaning Data</vt:lpstr>
      <vt:lpstr>Cleaning Data</vt:lpstr>
      <vt:lpstr>Before and after Cleaning Data</vt:lpstr>
      <vt:lpstr>PowerPoint Presentation</vt:lpstr>
      <vt:lpstr>Before and after removing outliers</vt:lpstr>
      <vt:lpstr>Before and after removing outliers</vt:lpstr>
      <vt:lpstr>Before and after removing outliers</vt:lpstr>
      <vt:lpstr>Before and after removing outliers</vt:lpstr>
      <vt:lpstr>Before and after removing outliers</vt:lpstr>
      <vt:lpstr>Before and after removing outliers</vt:lpstr>
      <vt:lpstr>Before and after removing outliers</vt:lpstr>
      <vt:lpstr>PowerPoint Presentation</vt:lpstr>
      <vt:lpstr>PowerPoint Presentation</vt:lpstr>
      <vt:lpstr>PowerPoint Presentation</vt:lpstr>
      <vt:lpstr>PowerPoint Presentation</vt:lpstr>
      <vt:lpstr>Feature Engineering</vt:lpstr>
      <vt:lpstr>Models</vt:lpstr>
      <vt:lpstr>Linear Regression</vt:lpstr>
      <vt:lpstr>Linear Regression</vt:lpstr>
      <vt:lpstr>Linear Regression</vt:lpstr>
      <vt:lpstr>Decision Tree</vt:lpstr>
      <vt:lpstr>Decision Tree</vt:lpstr>
      <vt:lpstr>Evaluation</vt:lpstr>
      <vt:lpstr>Evaluation</vt:lpstr>
      <vt:lpstr>Pycaret</vt:lpstr>
      <vt:lpstr>Pycaret – Model Comparison</vt:lpstr>
      <vt:lpstr>Pycaret SHAP &amp; LIME</vt:lpstr>
      <vt:lpstr>Pycaret - SHAP</vt:lpstr>
      <vt:lpstr>Pycaret - SHAP</vt:lpstr>
      <vt:lpstr>Pycaret - SHAP</vt:lpstr>
      <vt:lpstr>Pycaret - LIME</vt:lpstr>
      <vt:lpstr>Pycaret - LIME</vt:lpstr>
      <vt:lpstr>Interesting things to consider</vt:lpstr>
      <vt:lpstr>Interesting insights to consider</vt:lpstr>
      <vt:lpstr>Interesting insights to consider</vt:lpstr>
      <vt:lpstr>Interesting insights to consider</vt:lpstr>
      <vt:lpstr>Interesting insights to consider</vt:lpstr>
      <vt:lpstr>Interesting insights to consider</vt:lpstr>
      <vt:lpstr>Interesting things to consider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Lode Gijbels</dc:creator>
  <cp:lastModifiedBy>Lode Gijbels</cp:lastModifiedBy>
  <cp:revision>8</cp:revision>
  <dcterms:created xsi:type="dcterms:W3CDTF">2026-05-10T12:26:31Z</dcterms:created>
  <dcterms:modified xsi:type="dcterms:W3CDTF">2026-05-11T13:56:21Z</dcterms:modified>
</cp:coreProperties>
</file>